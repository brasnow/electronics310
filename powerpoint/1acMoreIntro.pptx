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331" r:id="rId2"/>
    <p:sldId id="334" r:id="rId3"/>
    <p:sldId id="335" r:id="rId4"/>
    <p:sldId id="336" r:id="rId5"/>
    <p:sldId id="337" r:id="rId6"/>
    <p:sldId id="338" r:id="rId7"/>
    <p:sldId id="369" r:id="rId8"/>
    <p:sldId id="340" r:id="rId9"/>
    <p:sldId id="374" r:id="rId10"/>
    <p:sldId id="416" r:id="rId11"/>
    <p:sldId id="413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4"/>
    <p:restoredTop sz="94830"/>
  </p:normalViewPr>
  <p:slideViewPr>
    <p:cSldViewPr>
      <p:cViewPr varScale="1">
        <p:scale>
          <a:sx n="117" d="100"/>
          <a:sy n="117" d="100"/>
        </p:scale>
        <p:origin x="202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EB7D814-8C25-6844-B4F5-31711A5073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186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B2C763-DF75-794C-93BB-526EFC450145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1E1871D-C4FD-E34C-9C36-D7E483B2231B}" type="slidenum">
              <a:rPr lang="en-US" sz="1200"/>
              <a:pPr/>
              <a:t>2</a:t>
            </a:fld>
            <a:endParaRPr lang="en-US" sz="120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665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F6E704A-E4FC-DB49-8842-9545DC001B4C}" type="slidenum">
              <a:rPr lang="en-US" sz="1200"/>
              <a:pPr/>
              <a:t>3</a:t>
            </a:fld>
            <a:endParaRPr lang="en-US" sz="1200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631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D6E64EB-0FC8-D34F-9CC8-DFAD61B7CFC8}" type="slidenum">
              <a:rPr lang="en-US" sz="1200"/>
              <a:pPr/>
              <a:t>4</a:t>
            </a:fld>
            <a:endParaRPr lang="en-US" sz="1200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dirty="0"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65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4FFD30F-09DF-5741-B581-01425707ADDD}" type="slidenum">
              <a:rPr lang="en-US" sz="1200"/>
              <a:pPr/>
              <a:t>5</a:t>
            </a:fld>
            <a:endParaRPr lang="en-US" sz="1200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135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F09945F-D1DF-DC4F-A18D-32B75C05579E}" type="slidenum">
              <a:rPr lang="en-US" sz="1200"/>
              <a:pPr/>
              <a:t>6</a:t>
            </a:fld>
            <a:endParaRPr lang="en-US" sz="1200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07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F09945F-D1DF-DC4F-A18D-32B75C05579E}" type="slidenum">
              <a:rPr lang="en-US" sz="1200"/>
              <a:pPr/>
              <a:t>7</a:t>
            </a:fld>
            <a:endParaRPr lang="en-US" sz="1200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300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677B7ED-B172-0742-A6A1-D0C4F78F0849}" type="slidenum">
              <a:rPr lang="en-US" sz="1200"/>
              <a:pPr/>
              <a:t>8</a:t>
            </a:fld>
            <a:endParaRPr lang="en-US" sz="1200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44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D8892-0CCD-DD4A-889A-CC4F75FC80AE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9671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6902B-3118-A146-9697-38AA2A874BE2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13399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4DB8F-5AFF-C04A-9A86-DED66021CFDC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54896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82504-F411-144B-95D8-B761D9E9B4EF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55925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F4921-F826-4847-9514-18B141A502E5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7897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83EBB9-89DE-B54D-9A4A-AC43905CACA6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35679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857EBF-FBB0-3A47-B7CA-B80B266F71B2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19330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E2EC9-DE0A-E64B-A700-DB97FA4FE774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2102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C430EA-DAB4-8F4F-9258-96B4AC5A36FB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787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E7554-3A44-324C-B2D2-05B3841B23D3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50861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76200"/>
            <a:ext cx="196215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3405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A5181-E801-2840-9DBD-F7342242ECA0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250094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8200" y="6553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pPr>
              <a:defRPr/>
            </a:pPr>
            <a:fld id="{D730983A-0103-BC41-ACA5-CC52A0013799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I_X2cMHNe0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nature, rainbow, night sky&#10;&#10;Description automatically generated">
            <a:extLst>
              <a:ext uri="{FF2B5EF4-FFF2-40B4-BE49-F238E27FC236}">
                <a16:creationId xmlns:a16="http://schemas.microsoft.com/office/drawing/2014/main" id="{92F279C9-4231-E446-94E1-464363D87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385"/>
            <a:ext cx="9144000" cy="5395230"/>
          </a:xfrm>
          <a:prstGeom prst="rect">
            <a:avLst/>
          </a:prstGeom>
        </p:spPr>
      </p:pic>
      <p:sp>
        <p:nvSpPr>
          <p:cNvPr id="1433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Week 1</a:t>
            </a:r>
            <a:br>
              <a:rPr lang="en-US" dirty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More Intro …</a:t>
            </a:r>
          </a:p>
        </p:txBody>
      </p:sp>
    </p:spTree>
    <p:extLst>
      <p:ext uri="{BB962C8B-B14F-4D97-AF65-F5344CB8AC3E}">
        <p14:creationId xmlns:p14="http://schemas.microsoft.com/office/powerpoint/2010/main" val="3145400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924800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Electronics analogy to hydrodynamics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66800"/>
            <a:ext cx="5410200" cy="5715000"/>
          </a:xfrm>
          <a:solidFill>
            <a:srgbClr val="FFFFFF"/>
          </a:solidFill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Charge &lt;=&gt; Mass , 1 coulomb ~ -6e18 electrons of charge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Voltage &lt;=&gt; Pressure , 1 volt = 1 J/C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>
                <a:latin typeface="Arial" charset="0"/>
                <a:ea typeface="ＭＳ Ｐゴシック" charset="0"/>
              </a:rPr>
              <a:t>Only defined differentially</a:t>
            </a:r>
          </a:p>
          <a:p>
            <a:pPr lvl="1" eaLnBrk="1" hangingPunct="1">
              <a:lnSpc>
                <a:spcPct val="80000"/>
              </a:lnSpc>
            </a:pPr>
            <a:r>
              <a:rPr lang="ja-JP" altLang="en-US" sz="1800">
                <a:latin typeface="Arial" charset="0"/>
                <a:ea typeface="ＭＳ Ｐゴシック" charset="0"/>
              </a:rPr>
              <a:t>“</a:t>
            </a:r>
            <a:r>
              <a:rPr lang="en-US" altLang="ja-JP" sz="1800" dirty="0">
                <a:latin typeface="Arial" charset="0"/>
                <a:ea typeface="ＭＳ Ｐゴシック" charset="0"/>
              </a:rPr>
              <a:t>The ability to move charge through a resistance</a:t>
            </a:r>
            <a:r>
              <a:rPr lang="ja-JP" altLang="en-US" sz="1800">
                <a:latin typeface="Arial" charset="0"/>
                <a:ea typeface="ＭＳ Ｐゴシック" charset="0"/>
              </a:rPr>
              <a:t>”</a:t>
            </a:r>
            <a:endParaRPr lang="en-US" altLang="ja-JP" sz="1800" dirty="0">
              <a:latin typeface="Arial" charset="0"/>
              <a:ea typeface="ＭＳ Ｐゴシック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Current &lt;=&gt; Flow , 1 ampere = 1 C/sec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Power = voltage * current , 1 watt = 1 J/sec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>
                <a:latin typeface="Arial" charset="0"/>
                <a:ea typeface="ＭＳ Ｐゴシック" charset="0"/>
              </a:rPr>
              <a:t>Rate of energy flow</a:t>
            </a:r>
          </a:p>
          <a:p>
            <a:pPr eaLnBrk="1" hangingPunct="1">
              <a:lnSpc>
                <a:spcPct val="80000"/>
              </a:lnSpc>
            </a:pPr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Hydrodynamics is controlled by pumps, valves, pipes, reservoirs, etc. Electronics has analogous components: power supplies, switches, resistors and wires, capacitors, inductors, batteries, etc. "Active" devices require an external power source -- like pumps and power supplies, and "passive" devices don't require anything other than voltage and current to operate.</a:t>
            </a:r>
          </a:p>
          <a:p>
            <a:pPr eaLnBrk="1" hangingPunct="1">
              <a:lnSpc>
                <a:spcPct val="80000"/>
              </a:lnSpc>
            </a:pPr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</a:pPr>
            <a:endParaRPr lang="en-US" sz="2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20483" name="Picture 5" descr="water_pump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638" y="1295400"/>
            <a:ext cx="3535362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217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How do we describe what happens?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What is the current in the bulb? </a:t>
            </a:r>
          </a:p>
        </p:txBody>
      </p:sp>
      <p:pic>
        <p:nvPicPr>
          <p:cNvPr id="2253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971800"/>
            <a:ext cx="4292600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264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44B8A88B-F6E4-7046-BCE5-05E68CB89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145" y="953477"/>
            <a:ext cx="2387600" cy="1561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From first principles…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Just solve Maxwell</a:t>
            </a:r>
            <a:r>
              <a:rPr lang="ja-JP" altLang="en-US">
                <a:latin typeface="Arial" charset="0"/>
                <a:ea typeface="ＭＳ Ｐゴシック" charset="0"/>
                <a:cs typeface="ＭＳ Ｐゴシック" charset="0"/>
              </a:rPr>
              <a:t>’</a:t>
            </a:r>
            <a:r>
              <a:rPr lang="en-US" altLang="ja-JP" dirty="0">
                <a:latin typeface="Arial" charset="0"/>
                <a:ea typeface="ＭＳ Ｐゴシック" charset="0"/>
                <a:cs typeface="ＭＳ Ｐゴシック" charset="0"/>
              </a:rPr>
              <a:t>s equations …</a:t>
            </a:r>
            <a:endParaRPr lang="en-US" sz="18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2457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8204200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53" y="2514600"/>
            <a:ext cx="8293894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DBB3-75EF-E54D-A33C-CAE05C7C1ADC}"/>
              </a:ext>
            </a:extLst>
          </p:cNvPr>
          <p:cNvSpPr txBox="1"/>
          <p:nvPr/>
        </p:nvSpPr>
        <p:spPr>
          <a:xfrm>
            <a:off x="609600" y="60198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Everywhere? Where’s an axis of symmetry ….?</a:t>
            </a:r>
          </a:p>
        </p:txBody>
      </p:sp>
    </p:spTree>
    <p:extLst>
      <p:ext uri="{BB962C8B-B14F-4D97-AF65-F5344CB8AC3E}">
        <p14:creationId xmlns:p14="http://schemas.microsoft.com/office/powerpoint/2010/main" val="352362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Consider this analogous problem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What is the acceleration?</a:t>
            </a:r>
          </a:p>
        </p:txBody>
      </p:sp>
      <p:pic>
        <p:nvPicPr>
          <p:cNvPr id="2662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590800"/>
            <a:ext cx="55499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2809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What matters?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143000"/>
            <a:ext cx="7391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000">
                <a:latin typeface="Arial" charset="0"/>
                <a:ea typeface="ＭＳ Ｐゴシック" charset="0"/>
                <a:cs typeface="ＭＳ Ｐゴシック" charset="0"/>
              </a:rPr>
              <a:t>If you know </a:t>
            </a:r>
            <a:r>
              <a:rPr lang="en-US" sz="3000" i="1">
                <a:latin typeface="Arial" charset="0"/>
                <a:ea typeface="ＭＳ Ｐゴシック" charset="0"/>
                <a:cs typeface="ＭＳ Ｐゴシック" charset="0"/>
              </a:rPr>
              <a:t>just</a:t>
            </a:r>
            <a:r>
              <a:rPr lang="en-US" sz="3000">
                <a:latin typeface="Arial" charset="0"/>
                <a:ea typeface="ＭＳ Ｐゴシック" charset="0"/>
                <a:cs typeface="ＭＳ Ｐゴシック" charset="0"/>
              </a:rPr>
              <a:t> the mass of the blob, you can answer:</a:t>
            </a:r>
          </a:p>
          <a:p>
            <a:pPr eaLnBrk="1" hangingPunct="1">
              <a:lnSpc>
                <a:spcPct val="90000"/>
              </a:lnSpc>
            </a:pPr>
            <a:endParaRPr lang="en-US" sz="300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300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300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300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300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3000">
                <a:latin typeface="Arial" charset="0"/>
                <a:ea typeface="ＭＳ Ｐゴシック" charset="0"/>
                <a:cs typeface="ＭＳ Ｐゴシック" charset="0"/>
              </a:rPr>
              <a:t>You can ignore the object</a:t>
            </a:r>
            <a:r>
              <a:rPr lang="ja-JP" altLang="en-US" sz="3000">
                <a:latin typeface="Arial" charset="0"/>
                <a:ea typeface="ＭＳ Ｐゴシック" charset="0"/>
                <a:cs typeface="ＭＳ Ｐゴシック" charset="0"/>
              </a:rPr>
              <a:t>’</a:t>
            </a:r>
            <a:r>
              <a:rPr lang="en-US" altLang="ja-JP" sz="3000">
                <a:latin typeface="Arial" charset="0"/>
                <a:ea typeface="ＭＳ Ｐゴシック" charset="0"/>
                <a:cs typeface="ＭＳ Ｐゴシック" charset="0"/>
              </a:rPr>
              <a:t>s shape, color, temperature, point of force, etc.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sz="30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2867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514600"/>
            <a:ext cx="55499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971800"/>
            <a:ext cx="104140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269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What matters?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143000"/>
            <a:ext cx="7391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000" dirty="0">
                <a:latin typeface="Arial" charset="0"/>
                <a:ea typeface="ＭＳ Ｐゴシック" charset="0"/>
                <a:cs typeface="ＭＳ Ｐゴシック" charset="0"/>
              </a:rPr>
              <a:t>If you know </a:t>
            </a:r>
            <a:r>
              <a:rPr lang="en-US" sz="3000" i="1" dirty="0">
                <a:latin typeface="Arial" charset="0"/>
                <a:ea typeface="ＭＳ Ｐゴシック" charset="0"/>
                <a:cs typeface="ＭＳ Ｐゴシック" charset="0"/>
              </a:rPr>
              <a:t>just</a:t>
            </a:r>
            <a:r>
              <a:rPr lang="en-US" sz="3000" dirty="0">
                <a:latin typeface="Arial" charset="0"/>
                <a:ea typeface="ＭＳ Ｐゴシック" charset="0"/>
                <a:cs typeface="ＭＳ Ｐゴシック" charset="0"/>
              </a:rPr>
              <a:t> the mass of the blob, you can answer:</a:t>
            </a:r>
          </a:p>
          <a:p>
            <a:pPr eaLnBrk="1" hangingPunct="1">
              <a:lnSpc>
                <a:spcPct val="90000"/>
              </a:lnSpc>
            </a:pPr>
            <a:endParaRPr lang="en-US" sz="3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3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3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3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3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3000" dirty="0">
                <a:latin typeface="Arial" charset="0"/>
                <a:ea typeface="ＭＳ Ｐゴシック" charset="0"/>
                <a:cs typeface="ＭＳ Ｐゴシック" charset="0"/>
              </a:rPr>
              <a:t>You can ignore the object</a:t>
            </a:r>
            <a:r>
              <a:rPr lang="ja-JP" altLang="en-US" sz="3000" dirty="0">
                <a:latin typeface="Arial" charset="0"/>
                <a:ea typeface="ＭＳ Ｐゴシック" charset="0"/>
                <a:cs typeface="ＭＳ Ｐゴシック" charset="0"/>
              </a:rPr>
              <a:t>’</a:t>
            </a:r>
            <a:r>
              <a:rPr lang="en-US" altLang="ja-JP" sz="3000" dirty="0">
                <a:latin typeface="Arial" charset="0"/>
                <a:ea typeface="ＭＳ Ｐゴシック" charset="0"/>
                <a:cs typeface="ＭＳ Ｐゴシック" charset="0"/>
              </a:rPr>
              <a:t>s shape, color, temperature, point of force, etc. </a:t>
            </a:r>
            <a:r>
              <a:rPr lang="is-IS" altLang="ja-JP" sz="3000" dirty="0">
                <a:latin typeface="Arial" charset="0"/>
                <a:ea typeface="ＭＳ Ｐゴシック" charset="0"/>
                <a:cs typeface="ＭＳ Ｐゴシック" charset="0"/>
              </a:rPr>
              <a:t>… assuming the object doesn’t break up, burn, ... (the model is only as good as it is)</a:t>
            </a:r>
            <a:endParaRPr lang="en-US" altLang="ja-JP" sz="3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sz="3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2867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514600"/>
            <a:ext cx="55499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971800"/>
            <a:ext cx="104140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3964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The easy way …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If we don</a:t>
            </a:r>
            <a:r>
              <a:rPr lang="ja-JP" altLang="en-US" sz="2800">
                <a:latin typeface="Arial" charset="0"/>
                <a:ea typeface="ＭＳ Ｐゴシック" charset="0"/>
                <a:cs typeface="ＭＳ Ｐゴシック" charset="0"/>
              </a:rPr>
              <a:t>’</a:t>
            </a:r>
            <a:r>
              <a:rPr lang="en-US" altLang="ja-JP" sz="2800" dirty="0">
                <a:latin typeface="Arial" charset="0"/>
                <a:ea typeface="ＭＳ Ｐゴシック" charset="0"/>
                <a:cs typeface="ＭＳ Ｐゴシック" charset="0"/>
              </a:rPr>
              <a:t>t care </a:t>
            </a:r>
            <a:r>
              <a:rPr lang="en-US" altLang="ja-JP" sz="2800" i="1" dirty="0">
                <a:latin typeface="Arial" charset="0"/>
                <a:ea typeface="ＭＳ Ｐゴシック" charset="0"/>
                <a:cs typeface="ＭＳ Ｐゴシック" charset="0"/>
              </a:rPr>
              <a:t>how</a:t>
            </a:r>
            <a:r>
              <a:rPr lang="en-US" altLang="ja-JP" sz="2800" dirty="0">
                <a:latin typeface="Arial" charset="0"/>
                <a:ea typeface="ＭＳ Ｐゴシック" charset="0"/>
                <a:cs typeface="ＭＳ Ｐゴシック" charset="0"/>
              </a:rPr>
              <a:t> the current flows in the bulb, nor its temperature, shape, orientation, etc.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Then we can </a:t>
            </a:r>
            <a:r>
              <a:rPr lang="en-US" sz="2800" i="1" dirty="0">
                <a:latin typeface="Arial" charset="0"/>
                <a:ea typeface="ＭＳ Ｐゴシック" charset="0"/>
                <a:cs typeface="ＭＳ Ｐゴシック" charset="0"/>
              </a:rPr>
              <a:t>model</a:t>
            </a: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 the bulb as a discrete </a:t>
            </a:r>
            <a:r>
              <a:rPr lang="en-US" sz="2800" i="1" dirty="0">
                <a:latin typeface="Arial" charset="0"/>
                <a:ea typeface="ＭＳ Ｐゴシック" charset="0"/>
                <a:cs typeface="ＭＳ Ｐゴシック" charset="0"/>
              </a:rPr>
              <a:t>resistor </a:t>
            </a: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to calculate its current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Like mass in the prior force problem, </a:t>
            </a:r>
            <a:r>
              <a:rPr lang="en-US" sz="2800" i="1" dirty="0">
                <a:latin typeface="Arial" charset="0"/>
                <a:ea typeface="ＭＳ Ｐゴシック" charset="0"/>
                <a:cs typeface="ＭＳ Ｐゴシック" charset="0"/>
              </a:rPr>
              <a:t>R</a:t>
            </a: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 is the only relevant property</a:t>
            </a:r>
          </a:p>
        </p:txBody>
      </p:sp>
      <p:pic>
        <p:nvPicPr>
          <p:cNvPr id="3277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962400"/>
            <a:ext cx="3729038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0" y="4222750"/>
            <a:ext cx="3302000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581" y="3536950"/>
            <a:ext cx="8509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AutoShape 10"/>
          <p:cNvSpPr>
            <a:spLocks noChangeArrowheads="1"/>
          </p:cNvSpPr>
          <p:nvPr/>
        </p:nvSpPr>
        <p:spPr bwMode="auto">
          <a:xfrm>
            <a:off x="4800600" y="47244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EA58D60A-B095-3F44-9E6B-62CD0E485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47" t="30693" r="27067" b="38450"/>
          <a:stretch/>
        </p:blipFill>
        <p:spPr bwMode="auto">
          <a:xfrm>
            <a:off x="5662928" y="4914900"/>
            <a:ext cx="300038" cy="68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9271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16492-F251-0FA7-A2A9-D79B3F47C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050"/>
            <a:ext cx="8686800" cy="1143000"/>
          </a:xfrm>
        </p:spPr>
        <p:txBody>
          <a:bodyPr/>
          <a:lstStyle/>
          <a:p>
            <a:r>
              <a:rPr lang="en-US" dirty="0"/>
              <a:t>Do you </a:t>
            </a:r>
            <a:r>
              <a:rPr lang="en-US" i="1" dirty="0"/>
              <a:t>really</a:t>
            </a:r>
            <a:r>
              <a:rPr lang="en-US" dirty="0"/>
              <a:t> want to know the details?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F4608-28BC-E858-2820-503DA48A9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https://www.youtube.com/watch?v=oI_X2cMHNe0</a:t>
            </a:r>
            <a:r>
              <a:rPr lang="en-US" dirty="0"/>
              <a:t> </a:t>
            </a:r>
          </a:p>
          <a:p>
            <a:r>
              <a:rPr lang="en-US" dirty="0"/>
              <a:t>It really is that complicated … as you might imagine a microscopic (or quantum mechanical) description of momentum exchange is … but </a:t>
            </a:r>
            <a:r>
              <a:rPr lang="en-US" b="1" dirty="0"/>
              <a:t>F</a:t>
            </a:r>
            <a:r>
              <a:rPr lang="en-US" dirty="0"/>
              <a:t> = m</a:t>
            </a:r>
            <a:r>
              <a:rPr lang="en-US" b="1" dirty="0"/>
              <a:t>a</a:t>
            </a:r>
            <a:r>
              <a:rPr lang="en-US" dirty="0"/>
              <a:t> is an adequate (accurate enough, simple enough) alternative model </a:t>
            </a:r>
          </a:p>
        </p:txBody>
      </p:sp>
    </p:spTree>
    <p:extLst>
      <p:ext uri="{BB962C8B-B14F-4D97-AF65-F5344CB8AC3E}">
        <p14:creationId xmlns:p14="http://schemas.microsoft.com/office/powerpoint/2010/main" val="3573035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Rules and Laws*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Key rules</a:t>
            </a:r>
          </a:p>
          <a:p>
            <a:pPr lvl="1"/>
            <a:r>
              <a:rPr lang="en-US" dirty="0"/>
              <a:t>Ohm’s Law: V = IR</a:t>
            </a:r>
          </a:p>
          <a:p>
            <a:pPr lvl="1"/>
            <a:r>
              <a:rPr lang="en-US" dirty="0"/>
              <a:t>Watt’s Law: P = VI = V</a:t>
            </a:r>
            <a:r>
              <a:rPr lang="en-US" baseline="30000" dirty="0"/>
              <a:t>2</a:t>
            </a:r>
            <a:r>
              <a:rPr lang="en-US" dirty="0"/>
              <a:t>/R = I</a:t>
            </a:r>
            <a:r>
              <a:rPr lang="en-US" baseline="30000" dirty="0"/>
              <a:t>2</a:t>
            </a:r>
            <a:r>
              <a:rPr lang="en-US" dirty="0"/>
              <a:t>R</a:t>
            </a:r>
          </a:p>
          <a:p>
            <a:pPr lvl="1"/>
            <a:r>
              <a:rPr lang="en-US" dirty="0"/>
              <a:t>Kirchhoff’s Voltage Law (KVL): </a:t>
            </a:r>
            <a:r>
              <a:rPr lang="en-US" dirty="0">
                <a:latin typeface="Symbol" charset="2"/>
                <a:cs typeface="Symbol" charset="2"/>
              </a:rPr>
              <a:t>S</a:t>
            </a:r>
            <a:r>
              <a:rPr lang="en-US" dirty="0"/>
              <a:t>V=0 around any loop</a:t>
            </a:r>
          </a:p>
          <a:p>
            <a:pPr lvl="1"/>
            <a:r>
              <a:rPr lang="en-US" dirty="0"/>
              <a:t>Kirchhoff’s Current Law (KCL): </a:t>
            </a:r>
            <a:r>
              <a:rPr lang="en-US" dirty="0">
                <a:latin typeface="Symbol" charset="2"/>
                <a:cs typeface="Symbol" charset="2"/>
              </a:rPr>
              <a:t>S</a:t>
            </a:r>
            <a:r>
              <a:rPr lang="en-US" dirty="0"/>
              <a:t>I=0 into or out of any node</a:t>
            </a:r>
          </a:p>
          <a:p>
            <a:r>
              <a:rPr lang="en-US" dirty="0"/>
              <a:t>I-V curves are a useful way to characterize devices </a:t>
            </a:r>
          </a:p>
          <a:p>
            <a:pPr lvl="2"/>
            <a:r>
              <a:rPr lang="en-US" dirty="0"/>
              <a:t>Thus are often called “characteristic curves”</a:t>
            </a:r>
          </a:p>
          <a:p>
            <a:pPr lvl="1"/>
            <a:r>
              <a:rPr lang="en-US" dirty="0"/>
              <a:t>Diodes are electrical “check-valves” – allow current flow in one direction</a:t>
            </a:r>
          </a:p>
          <a:p>
            <a:pPr lvl="1"/>
            <a:r>
              <a:rPr lang="en-US" dirty="0"/>
              <a:t>Resistors turn current into voltage and turn voltage sources into current sources … (please read that sentence again …)</a:t>
            </a:r>
          </a:p>
          <a:p>
            <a:r>
              <a:rPr lang="en-US" dirty="0"/>
              <a:t>BJTs have 3 terminals </a:t>
            </a:r>
            <a:r>
              <a:rPr lang="en-US" dirty="0">
                <a:sym typeface="Wingdings" pitchFamily="2" charset="2"/>
              </a:rPr>
              <a:t> 2 circuits, </a:t>
            </a:r>
            <a:r>
              <a:rPr lang="en-US" dirty="0" err="1">
                <a:sym typeface="Wingdings" pitchFamily="2" charset="2"/>
              </a:rPr>
              <a:t>i</a:t>
            </a:r>
            <a:r>
              <a:rPr lang="en-US" baseline="-25000" dirty="0" err="1">
                <a:sym typeface="Wingdings" pitchFamily="2" charset="2"/>
              </a:rPr>
              <a:t>B</a:t>
            </a:r>
            <a:r>
              <a:rPr lang="en-US" dirty="0">
                <a:sym typeface="Wingdings" pitchFamily="2" charset="2"/>
              </a:rPr>
              <a:t> controls I</a:t>
            </a:r>
            <a:r>
              <a:rPr lang="en-US" baseline="-25000" dirty="0">
                <a:sym typeface="Wingdings" pitchFamily="2" charset="2"/>
              </a:rPr>
              <a:t>C</a:t>
            </a:r>
            <a:r>
              <a:rPr lang="en-US" dirty="0">
                <a:sym typeface="Wingdings" pitchFamily="2" charset="2"/>
              </a:rPr>
              <a:t>, in the linear range, </a:t>
            </a:r>
            <a:r>
              <a:rPr lang="en-US" dirty="0" err="1">
                <a:sym typeface="Wingdings" pitchFamily="2" charset="2"/>
              </a:rPr>
              <a:t>i</a:t>
            </a:r>
            <a:r>
              <a:rPr lang="en-US" baseline="-25000" dirty="0" err="1">
                <a:sym typeface="Wingdings" pitchFamily="2" charset="2"/>
              </a:rPr>
              <a:t>C</a:t>
            </a:r>
            <a:r>
              <a:rPr lang="en-US" dirty="0">
                <a:sym typeface="Wingdings" pitchFamily="2" charset="2"/>
              </a:rPr>
              <a:t> = </a:t>
            </a:r>
            <a:r>
              <a:rPr lang="en-US" dirty="0" err="1">
                <a:sym typeface="Wingdings" pitchFamily="2" charset="2"/>
              </a:rPr>
              <a:t>h</a:t>
            </a:r>
            <a:r>
              <a:rPr lang="en-US" baseline="-25000" dirty="0" err="1">
                <a:sym typeface="Wingdings" pitchFamily="2" charset="2"/>
              </a:rPr>
              <a:t>fe</a:t>
            </a:r>
            <a:r>
              <a:rPr lang="en-US" dirty="0" err="1">
                <a:sym typeface="Wingdings" pitchFamily="2" charset="2"/>
              </a:rPr>
              <a:t>I</a:t>
            </a:r>
            <a:r>
              <a:rPr lang="en-US" baseline="-25000" dirty="0" err="1">
                <a:sym typeface="Wingdings" pitchFamily="2" charset="2"/>
              </a:rPr>
              <a:t>B</a:t>
            </a:r>
            <a:r>
              <a:rPr lang="en-US" dirty="0"/>
              <a:t> , but often we use BJTs as switches in saturation</a:t>
            </a:r>
          </a:p>
          <a:p>
            <a:r>
              <a:rPr lang="en-US" dirty="0"/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E6490-6BA6-2940-A8CE-696C184BB658}"/>
              </a:ext>
            </a:extLst>
          </p:cNvPr>
          <p:cNvSpPr txBox="1"/>
          <p:nvPr/>
        </p:nvSpPr>
        <p:spPr>
          <a:xfrm>
            <a:off x="381000" y="6230034"/>
            <a:ext cx="853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* Empirical rules work under many common circumstances. But when they don’t, deal with it, </a:t>
            </a:r>
            <a:r>
              <a:rPr lang="en-US" sz="1800"/>
              <a:t>or seek </a:t>
            </a:r>
            <a:r>
              <a:rPr lang="en-US" sz="1800" dirty="0"/>
              <a:t>more accurate (and complicated) rules</a:t>
            </a:r>
          </a:p>
        </p:txBody>
      </p:sp>
    </p:spTree>
    <p:extLst>
      <p:ext uri="{BB962C8B-B14F-4D97-AF65-F5344CB8AC3E}">
        <p14:creationId xmlns:p14="http://schemas.microsoft.com/office/powerpoint/2010/main" val="4141368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Memorize this!!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724400" y="1600200"/>
            <a:ext cx="3733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dirty="0"/>
              <a:t>What’s </a:t>
            </a:r>
            <a:r>
              <a:rPr lang="en-US" dirty="0" err="1"/>
              <a:t>V</a:t>
            </a:r>
            <a:r>
              <a:rPr lang="en-US" baseline="-25000" dirty="0" err="1"/>
              <a:t>b</a:t>
            </a:r>
            <a:r>
              <a:rPr lang="en-US" dirty="0"/>
              <a:t>? (I.e., </a:t>
            </a:r>
            <a:r>
              <a:rPr lang="en-US" dirty="0" err="1"/>
              <a:t>V</a:t>
            </a:r>
            <a:r>
              <a:rPr lang="en-US" baseline="-25000" dirty="0" err="1"/>
              <a:t>b</a:t>
            </a:r>
            <a:r>
              <a:rPr lang="en-US" dirty="0" err="1"/>
              <a:t>-V</a:t>
            </a:r>
            <a:r>
              <a:rPr lang="en-US" baseline="-25000" dirty="0" err="1"/>
              <a:t>c</a:t>
            </a:r>
            <a:r>
              <a:rPr lang="en-US" dirty="0"/>
              <a:t>)  </a:t>
            </a:r>
          </a:p>
          <a:p>
            <a:endParaRPr lang="en-US" dirty="0"/>
          </a:p>
        </p:txBody>
      </p:sp>
      <p:sp>
        <p:nvSpPr>
          <p:cNvPr id="44052" name="Ink 17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5975350" y="4471988"/>
            <a:ext cx="1588" cy="1587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  <a:gd name="T6" fmla="*/ 0 w 1"/>
              <a:gd name="T7" fmla="*/ 0 h 1"/>
              <a:gd name="T8" fmla="*/ 1 w 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" extrusionOk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3886200" cy="286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Ink 3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1089025" y="3095625"/>
            <a:ext cx="158750" cy="293688"/>
          </a:xfrm>
          <a:custGeom>
            <a:avLst/>
            <a:gdLst>
              <a:gd name="T0" fmla="*/ 0 w 441"/>
              <a:gd name="T1" fmla="*/ 2147483647 h 813"/>
              <a:gd name="T2" fmla="*/ 653101820 w 441"/>
              <a:gd name="T3" fmla="*/ 2147483647 h 813"/>
              <a:gd name="T4" fmla="*/ 2005825689 w 441"/>
              <a:gd name="T5" fmla="*/ 2147483647 h 813"/>
              <a:gd name="T6" fmla="*/ 2147483647 w 441"/>
              <a:gd name="T7" fmla="*/ 2147483647 h 813"/>
              <a:gd name="T8" fmla="*/ 2147483647 w 441"/>
              <a:gd name="T9" fmla="*/ 2147483647 h 813"/>
              <a:gd name="T10" fmla="*/ 2147483647 w 441"/>
              <a:gd name="T11" fmla="*/ 2147483647 h 813"/>
              <a:gd name="T12" fmla="*/ 2147483647 w 441"/>
              <a:gd name="T13" fmla="*/ 2147483647 h 813"/>
              <a:gd name="T14" fmla="*/ 2147483647 w 441"/>
              <a:gd name="T15" fmla="*/ 2147483647 h 813"/>
              <a:gd name="T16" fmla="*/ 2147483647 w 441"/>
              <a:gd name="T17" fmla="*/ 2147483647 h 813"/>
              <a:gd name="T18" fmla="*/ 2147483647 w 441"/>
              <a:gd name="T19" fmla="*/ 2147483647 h 813"/>
              <a:gd name="T20" fmla="*/ 2147483647 w 441"/>
              <a:gd name="T21" fmla="*/ 2147483647 h 813"/>
              <a:gd name="T22" fmla="*/ 2147483647 w 441"/>
              <a:gd name="T23" fmla="*/ 2147483647 h 813"/>
              <a:gd name="T24" fmla="*/ 2147483647 w 441"/>
              <a:gd name="T25" fmla="*/ 2147483647 h 813"/>
              <a:gd name="T26" fmla="*/ 2147483647 w 441"/>
              <a:gd name="T27" fmla="*/ 2147483647 h 813"/>
              <a:gd name="T28" fmla="*/ 2147483647 w 441"/>
              <a:gd name="T29" fmla="*/ 2147483647 h 813"/>
              <a:gd name="T30" fmla="*/ 2147483647 w 441"/>
              <a:gd name="T31" fmla="*/ 2147483647 h 813"/>
              <a:gd name="T32" fmla="*/ 2147483647 w 441"/>
              <a:gd name="T33" fmla="*/ 2147483647 h 813"/>
              <a:gd name="T34" fmla="*/ 2147483647 w 441"/>
              <a:gd name="T35" fmla="*/ 848473663 h 813"/>
              <a:gd name="T36" fmla="*/ 2147483647 w 441"/>
              <a:gd name="T37" fmla="*/ 141455746 h 813"/>
              <a:gd name="T38" fmla="*/ 2147483647 w 441"/>
              <a:gd name="T39" fmla="*/ 2147483647 h 813"/>
              <a:gd name="T40" fmla="*/ 2147483647 w 441"/>
              <a:gd name="T41" fmla="*/ 2147483647 h 813"/>
              <a:gd name="T42" fmla="*/ 2147483647 w 441"/>
              <a:gd name="T43" fmla="*/ 2147483647 h 813"/>
              <a:gd name="T44" fmla="*/ 2147483647 w 441"/>
              <a:gd name="T45" fmla="*/ 2147483647 h 813"/>
              <a:gd name="T46" fmla="*/ 2147483647 w 441"/>
              <a:gd name="T47" fmla="*/ 2147483647 h 813"/>
              <a:gd name="T48" fmla="*/ 2147483647 w 441"/>
              <a:gd name="T49" fmla="*/ 2147483647 h 813"/>
              <a:gd name="T50" fmla="*/ 2147483647 w 441"/>
              <a:gd name="T51" fmla="*/ 2147483647 h 813"/>
              <a:gd name="T52" fmla="*/ 2147483647 w 441"/>
              <a:gd name="T53" fmla="*/ 2147483647 h 813"/>
              <a:gd name="T54" fmla="*/ 2147483647 w 441"/>
              <a:gd name="T55" fmla="*/ 2147483647 h 813"/>
              <a:gd name="T56" fmla="*/ 2147483647 w 441"/>
              <a:gd name="T57" fmla="*/ 2147483647 h 813"/>
              <a:gd name="T58" fmla="*/ 2147483647 w 441"/>
              <a:gd name="T59" fmla="*/ 2147483647 h 813"/>
              <a:gd name="T60" fmla="*/ 2147483647 w 441"/>
              <a:gd name="T61" fmla="*/ 2147483647 h 813"/>
              <a:gd name="T62" fmla="*/ 2147483647 w 441"/>
              <a:gd name="T63" fmla="*/ 2147483647 h 813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441"/>
              <a:gd name="T97" fmla="*/ 0 h 813"/>
              <a:gd name="T98" fmla="*/ 441 w 441"/>
              <a:gd name="T99" fmla="*/ 813 h 813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441" h="813" extrusionOk="0">
                <a:moveTo>
                  <a:pt x="0" y="145"/>
                </a:moveTo>
                <a:cubicBezTo>
                  <a:pt x="0" y="148"/>
                  <a:pt x="0" y="150"/>
                  <a:pt x="0" y="153"/>
                </a:cubicBezTo>
                <a:cubicBezTo>
                  <a:pt x="5" y="155"/>
                  <a:pt x="-1" y="155"/>
                  <a:pt x="4" y="156"/>
                </a:cubicBezTo>
                <a:cubicBezTo>
                  <a:pt x="8" y="157"/>
                  <a:pt x="10" y="155"/>
                  <a:pt x="14" y="156"/>
                </a:cubicBezTo>
                <a:cubicBezTo>
                  <a:pt x="16" y="161"/>
                  <a:pt x="20" y="167"/>
                  <a:pt x="23" y="172"/>
                </a:cubicBezTo>
                <a:cubicBezTo>
                  <a:pt x="32" y="190"/>
                  <a:pt x="37" y="209"/>
                  <a:pt x="43" y="227"/>
                </a:cubicBezTo>
                <a:cubicBezTo>
                  <a:pt x="49" y="243"/>
                  <a:pt x="46" y="256"/>
                  <a:pt x="50" y="272"/>
                </a:cubicBezTo>
                <a:cubicBezTo>
                  <a:pt x="53" y="287"/>
                  <a:pt x="54" y="300"/>
                  <a:pt x="57" y="315"/>
                </a:cubicBezTo>
                <a:cubicBezTo>
                  <a:pt x="60" y="333"/>
                  <a:pt x="63" y="350"/>
                  <a:pt x="66" y="368"/>
                </a:cubicBezTo>
                <a:cubicBezTo>
                  <a:pt x="69" y="385"/>
                  <a:pt x="71" y="401"/>
                  <a:pt x="76" y="418"/>
                </a:cubicBezTo>
                <a:cubicBezTo>
                  <a:pt x="79" y="428"/>
                  <a:pt x="83" y="441"/>
                  <a:pt x="86" y="450"/>
                </a:cubicBezTo>
                <a:cubicBezTo>
                  <a:pt x="90" y="461"/>
                  <a:pt x="93" y="473"/>
                  <a:pt x="96" y="484"/>
                </a:cubicBezTo>
                <a:cubicBezTo>
                  <a:pt x="99" y="493"/>
                  <a:pt x="100" y="502"/>
                  <a:pt x="103" y="511"/>
                </a:cubicBezTo>
                <a:cubicBezTo>
                  <a:pt x="105" y="519"/>
                  <a:pt x="111" y="525"/>
                  <a:pt x="113" y="532"/>
                </a:cubicBezTo>
                <a:cubicBezTo>
                  <a:pt x="115" y="539"/>
                  <a:pt x="115" y="546"/>
                  <a:pt x="116" y="553"/>
                </a:cubicBezTo>
                <a:cubicBezTo>
                  <a:pt x="116" y="555"/>
                  <a:pt x="118" y="567"/>
                  <a:pt x="119" y="569"/>
                </a:cubicBezTo>
                <a:cubicBezTo>
                  <a:pt x="119" y="570"/>
                  <a:pt x="124" y="573"/>
                  <a:pt x="126" y="577"/>
                </a:cubicBezTo>
                <a:cubicBezTo>
                  <a:pt x="128" y="582"/>
                  <a:pt x="131" y="585"/>
                  <a:pt x="133" y="590"/>
                </a:cubicBezTo>
                <a:cubicBezTo>
                  <a:pt x="136" y="596"/>
                  <a:pt x="141" y="603"/>
                  <a:pt x="143" y="608"/>
                </a:cubicBezTo>
                <a:cubicBezTo>
                  <a:pt x="145" y="612"/>
                  <a:pt x="144" y="616"/>
                  <a:pt x="146" y="619"/>
                </a:cubicBezTo>
                <a:cubicBezTo>
                  <a:pt x="151" y="630"/>
                  <a:pt x="148" y="622"/>
                  <a:pt x="149" y="627"/>
                </a:cubicBezTo>
                <a:cubicBezTo>
                  <a:pt x="149" y="628"/>
                  <a:pt x="149" y="629"/>
                  <a:pt x="149" y="630"/>
                </a:cubicBezTo>
                <a:cubicBezTo>
                  <a:pt x="150" y="625"/>
                  <a:pt x="152" y="628"/>
                  <a:pt x="152" y="622"/>
                </a:cubicBezTo>
                <a:cubicBezTo>
                  <a:pt x="152" y="614"/>
                  <a:pt x="155" y="609"/>
                  <a:pt x="156" y="603"/>
                </a:cubicBezTo>
                <a:cubicBezTo>
                  <a:pt x="158" y="594"/>
                  <a:pt x="160" y="585"/>
                  <a:pt x="162" y="577"/>
                </a:cubicBezTo>
                <a:cubicBezTo>
                  <a:pt x="165" y="562"/>
                  <a:pt x="168" y="547"/>
                  <a:pt x="172" y="532"/>
                </a:cubicBezTo>
                <a:cubicBezTo>
                  <a:pt x="177" y="512"/>
                  <a:pt x="182" y="491"/>
                  <a:pt x="189" y="471"/>
                </a:cubicBezTo>
                <a:cubicBezTo>
                  <a:pt x="195" y="452"/>
                  <a:pt x="203" y="434"/>
                  <a:pt x="209" y="415"/>
                </a:cubicBezTo>
                <a:cubicBezTo>
                  <a:pt x="217" y="391"/>
                  <a:pt x="225" y="366"/>
                  <a:pt x="232" y="341"/>
                </a:cubicBezTo>
                <a:cubicBezTo>
                  <a:pt x="240" y="312"/>
                  <a:pt x="244" y="283"/>
                  <a:pt x="252" y="254"/>
                </a:cubicBezTo>
                <a:cubicBezTo>
                  <a:pt x="258" y="232"/>
                  <a:pt x="267" y="212"/>
                  <a:pt x="272" y="190"/>
                </a:cubicBezTo>
                <a:cubicBezTo>
                  <a:pt x="278" y="164"/>
                  <a:pt x="286" y="141"/>
                  <a:pt x="295" y="116"/>
                </a:cubicBezTo>
                <a:cubicBezTo>
                  <a:pt x="299" y="103"/>
                  <a:pt x="302" y="91"/>
                  <a:pt x="308" y="79"/>
                </a:cubicBezTo>
                <a:cubicBezTo>
                  <a:pt x="310" y="74"/>
                  <a:pt x="315" y="68"/>
                  <a:pt x="315" y="63"/>
                </a:cubicBezTo>
                <a:cubicBezTo>
                  <a:pt x="314" y="53"/>
                  <a:pt x="307" y="56"/>
                  <a:pt x="311" y="40"/>
                </a:cubicBezTo>
                <a:cubicBezTo>
                  <a:pt x="313" y="33"/>
                  <a:pt x="317" y="24"/>
                  <a:pt x="321" y="18"/>
                </a:cubicBezTo>
                <a:cubicBezTo>
                  <a:pt x="325" y="13"/>
                  <a:pt x="328" y="8"/>
                  <a:pt x="331" y="5"/>
                </a:cubicBezTo>
                <a:cubicBezTo>
                  <a:pt x="334" y="2"/>
                  <a:pt x="327" y="4"/>
                  <a:pt x="331" y="3"/>
                </a:cubicBezTo>
                <a:cubicBezTo>
                  <a:pt x="334" y="3"/>
                  <a:pt x="336" y="3"/>
                  <a:pt x="338" y="5"/>
                </a:cubicBezTo>
              </a:path>
              <a:path w="441" h="813" extrusionOk="0">
                <a:moveTo>
                  <a:pt x="295" y="595"/>
                </a:moveTo>
                <a:cubicBezTo>
                  <a:pt x="303" y="601"/>
                  <a:pt x="295" y="599"/>
                  <a:pt x="301" y="598"/>
                </a:cubicBezTo>
                <a:cubicBezTo>
                  <a:pt x="307" y="597"/>
                  <a:pt x="312" y="593"/>
                  <a:pt x="315" y="590"/>
                </a:cubicBezTo>
                <a:cubicBezTo>
                  <a:pt x="310" y="588"/>
                  <a:pt x="307" y="585"/>
                  <a:pt x="301" y="585"/>
                </a:cubicBezTo>
                <a:cubicBezTo>
                  <a:pt x="292" y="585"/>
                  <a:pt x="282" y="593"/>
                  <a:pt x="275" y="598"/>
                </a:cubicBezTo>
                <a:cubicBezTo>
                  <a:pt x="264" y="605"/>
                  <a:pt x="256" y="617"/>
                  <a:pt x="248" y="627"/>
                </a:cubicBezTo>
                <a:cubicBezTo>
                  <a:pt x="239" y="639"/>
                  <a:pt x="229" y="650"/>
                  <a:pt x="222" y="664"/>
                </a:cubicBezTo>
                <a:cubicBezTo>
                  <a:pt x="215" y="678"/>
                  <a:pt x="214" y="690"/>
                  <a:pt x="212" y="704"/>
                </a:cubicBezTo>
                <a:cubicBezTo>
                  <a:pt x="210" y="718"/>
                  <a:pt x="207" y="734"/>
                  <a:pt x="209" y="749"/>
                </a:cubicBezTo>
                <a:cubicBezTo>
                  <a:pt x="211" y="763"/>
                  <a:pt x="223" y="782"/>
                  <a:pt x="232" y="791"/>
                </a:cubicBezTo>
                <a:cubicBezTo>
                  <a:pt x="242" y="802"/>
                  <a:pt x="254" y="810"/>
                  <a:pt x="268" y="812"/>
                </a:cubicBezTo>
                <a:cubicBezTo>
                  <a:pt x="285" y="814"/>
                  <a:pt x="302" y="812"/>
                  <a:pt x="318" y="807"/>
                </a:cubicBezTo>
                <a:cubicBezTo>
                  <a:pt x="339" y="800"/>
                  <a:pt x="367" y="788"/>
                  <a:pt x="384" y="773"/>
                </a:cubicBezTo>
                <a:cubicBezTo>
                  <a:pt x="397" y="762"/>
                  <a:pt x="418" y="745"/>
                  <a:pt x="427" y="730"/>
                </a:cubicBezTo>
                <a:cubicBezTo>
                  <a:pt x="434" y="719"/>
                  <a:pt x="441" y="698"/>
                  <a:pt x="440" y="685"/>
                </a:cubicBezTo>
                <a:cubicBezTo>
                  <a:pt x="439" y="668"/>
                  <a:pt x="432" y="654"/>
                  <a:pt x="424" y="640"/>
                </a:cubicBezTo>
                <a:cubicBezTo>
                  <a:pt x="415" y="625"/>
                  <a:pt x="403" y="615"/>
                  <a:pt x="387" y="608"/>
                </a:cubicBezTo>
                <a:cubicBezTo>
                  <a:pt x="370" y="600"/>
                  <a:pt x="349" y="591"/>
                  <a:pt x="331" y="587"/>
                </a:cubicBezTo>
                <a:cubicBezTo>
                  <a:pt x="321" y="585"/>
                  <a:pt x="310" y="588"/>
                  <a:pt x="301" y="590"/>
                </a:cubicBezTo>
                <a:cubicBezTo>
                  <a:pt x="289" y="593"/>
                  <a:pt x="284" y="597"/>
                  <a:pt x="275" y="606"/>
                </a:cubicBezTo>
                <a:cubicBezTo>
                  <a:pt x="266" y="616"/>
                  <a:pt x="258" y="623"/>
                  <a:pt x="252" y="635"/>
                </a:cubicBezTo>
                <a:cubicBezTo>
                  <a:pt x="250" y="639"/>
                  <a:pt x="243" y="646"/>
                  <a:pt x="242" y="648"/>
                </a:cubicBezTo>
                <a:cubicBezTo>
                  <a:pt x="242" y="649"/>
                  <a:pt x="242" y="650"/>
                  <a:pt x="242" y="651"/>
                </a:cubicBezTo>
                <a:cubicBezTo>
                  <a:pt x="251" y="649"/>
                  <a:pt x="242" y="650"/>
                  <a:pt x="255" y="651"/>
                </a:cubicBezTo>
                <a:cubicBezTo>
                  <a:pt x="257" y="651"/>
                  <a:pt x="260" y="651"/>
                  <a:pt x="262" y="651"/>
                </a:cubicBez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Ink 4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286000" y="2428875"/>
            <a:ext cx="201613" cy="279400"/>
          </a:xfrm>
          <a:custGeom>
            <a:avLst/>
            <a:gdLst>
              <a:gd name="T0" fmla="*/ 1239672648 w 556"/>
              <a:gd name="T1" fmla="*/ 2147483647 h 773"/>
              <a:gd name="T2" fmla="*/ 1716449681 w 556"/>
              <a:gd name="T3" fmla="*/ 2124945796 h 773"/>
              <a:gd name="T4" fmla="*/ 1716449681 w 556"/>
              <a:gd name="T5" fmla="*/ 1983326502 h 773"/>
              <a:gd name="T6" fmla="*/ 1716449681 w 556"/>
              <a:gd name="T7" fmla="*/ 1747250491 h 773"/>
              <a:gd name="T8" fmla="*/ 1859508972 w 556"/>
              <a:gd name="T9" fmla="*/ 2147483647 h 773"/>
              <a:gd name="T10" fmla="*/ 2050167424 w 556"/>
              <a:gd name="T11" fmla="*/ 2147483647 h 773"/>
              <a:gd name="T12" fmla="*/ 1859508972 w 556"/>
              <a:gd name="T13" fmla="*/ 2147483647 h 773"/>
              <a:gd name="T14" fmla="*/ 1382732301 w 556"/>
              <a:gd name="T15" fmla="*/ 2147483647 h 773"/>
              <a:gd name="T16" fmla="*/ 429178235 w 556"/>
              <a:gd name="T17" fmla="*/ 2147483647 h 773"/>
              <a:gd name="T18" fmla="*/ 619836324 w 556"/>
              <a:gd name="T19" fmla="*/ 2147483647 h 773"/>
              <a:gd name="T20" fmla="*/ 429178235 w 556"/>
              <a:gd name="T21" fmla="*/ 2147483647 h 773"/>
              <a:gd name="T22" fmla="*/ 619836324 w 556"/>
              <a:gd name="T23" fmla="*/ 2147483647 h 773"/>
              <a:gd name="T24" fmla="*/ 619836324 w 556"/>
              <a:gd name="T25" fmla="*/ 2147483647 h 773"/>
              <a:gd name="T26" fmla="*/ 619836324 w 556"/>
              <a:gd name="T27" fmla="*/ 2147483647 h 773"/>
              <a:gd name="T28" fmla="*/ 429178235 w 556"/>
              <a:gd name="T29" fmla="*/ 2147483647 h 773"/>
              <a:gd name="T30" fmla="*/ 143059291 w 556"/>
              <a:gd name="T31" fmla="*/ 2147483647 h 773"/>
              <a:gd name="T32" fmla="*/ 0 w 556"/>
              <a:gd name="T33" fmla="*/ 2147483647 h 773"/>
              <a:gd name="T34" fmla="*/ 143059291 w 556"/>
              <a:gd name="T35" fmla="*/ 2147483647 h 773"/>
              <a:gd name="T36" fmla="*/ 429178235 w 556"/>
              <a:gd name="T37" fmla="*/ 2147483647 h 773"/>
              <a:gd name="T38" fmla="*/ 2147483647 w 556"/>
              <a:gd name="T39" fmla="*/ 2147483647 h 773"/>
              <a:gd name="T40" fmla="*/ 2147483647 w 556"/>
              <a:gd name="T41" fmla="*/ 2147483647 h 773"/>
              <a:gd name="T42" fmla="*/ 2147483647 w 556"/>
              <a:gd name="T43" fmla="*/ 849978535 h 773"/>
              <a:gd name="T44" fmla="*/ 2147483647 w 556"/>
              <a:gd name="T45" fmla="*/ 94456718 h 773"/>
              <a:gd name="T46" fmla="*/ 2147483647 w 556"/>
              <a:gd name="T47" fmla="*/ 377826150 h 773"/>
              <a:gd name="T48" fmla="*/ 2147483647 w 556"/>
              <a:gd name="T49" fmla="*/ 2147483647 h 773"/>
              <a:gd name="T50" fmla="*/ 2147483647 w 556"/>
              <a:gd name="T51" fmla="*/ 2147483647 h 773"/>
              <a:gd name="T52" fmla="*/ 2147483647 w 556"/>
              <a:gd name="T53" fmla="*/ 2147483647 h 773"/>
              <a:gd name="T54" fmla="*/ 2147483647 w 556"/>
              <a:gd name="T55" fmla="*/ 2147483647 h 773"/>
              <a:gd name="T56" fmla="*/ 2147483647 w 556"/>
              <a:gd name="T57" fmla="*/ 2147483647 h 773"/>
              <a:gd name="T58" fmla="*/ 2147483647 w 556"/>
              <a:gd name="T59" fmla="*/ 2147483647 h 773"/>
              <a:gd name="T60" fmla="*/ 2147483647 w 556"/>
              <a:gd name="T61" fmla="*/ 2147483647 h 773"/>
              <a:gd name="T62" fmla="*/ 2147483647 w 556"/>
              <a:gd name="T63" fmla="*/ 2147483647 h 773"/>
              <a:gd name="T64" fmla="*/ 2147483647 w 556"/>
              <a:gd name="T65" fmla="*/ 2147483647 h 773"/>
              <a:gd name="T66" fmla="*/ 2147483647 w 556"/>
              <a:gd name="T67" fmla="*/ 2147483647 h 773"/>
              <a:gd name="T68" fmla="*/ 2147483647 w 556"/>
              <a:gd name="T69" fmla="*/ 2147483647 h 773"/>
              <a:gd name="T70" fmla="*/ 2147483647 w 556"/>
              <a:gd name="T71" fmla="*/ 2147483647 h 773"/>
              <a:gd name="T72" fmla="*/ 2147483647 w 556"/>
              <a:gd name="T73" fmla="*/ 2147483647 h 773"/>
              <a:gd name="T74" fmla="*/ 2147483647 w 556"/>
              <a:gd name="T75" fmla="*/ 2147483647 h 773"/>
              <a:gd name="T76" fmla="*/ 2147483647 w 556"/>
              <a:gd name="T77" fmla="*/ 2147483647 h 773"/>
              <a:gd name="T78" fmla="*/ 2147483647 w 556"/>
              <a:gd name="T79" fmla="*/ 2147483647 h 773"/>
              <a:gd name="T80" fmla="*/ 2147483647 w 556"/>
              <a:gd name="T81" fmla="*/ 2147483647 h 773"/>
              <a:gd name="T82" fmla="*/ 2147483647 w 556"/>
              <a:gd name="T83" fmla="*/ 2147483647 h 773"/>
              <a:gd name="T84" fmla="*/ 2147483647 w 556"/>
              <a:gd name="T85" fmla="*/ 2147483647 h 773"/>
              <a:gd name="T86" fmla="*/ 2147483647 w 556"/>
              <a:gd name="T87" fmla="*/ 2147483647 h 773"/>
              <a:gd name="T88" fmla="*/ 2147483647 w 556"/>
              <a:gd name="T89" fmla="*/ 2147483647 h 773"/>
              <a:gd name="T90" fmla="*/ 2147483647 w 556"/>
              <a:gd name="T91" fmla="*/ 2147483647 h 773"/>
              <a:gd name="T92" fmla="*/ 2147483647 w 556"/>
              <a:gd name="T93" fmla="*/ 2147483647 h 773"/>
              <a:gd name="T94" fmla="*/ 2147483647 w 556"/>
              <a:gd name="T95" fmla="*/ 2147483647 h 773"/>
              <a:gd name="T96" fmla="*/ 2147483647 w 556"/>
              <a:gd name="T97" fmla="*/ 2147483647 h 773"/>
              <a:gd name="T98" fmla="*/ 2147483647 w 556"/>
              <a:gd name="T99" fmla="*/ 2147483647 h 773"/>
              <a:gd name="T100" fmla="*/ 2147483647 w 556"/>
              <a:gd name="T101" fmla="*/ 2147483647 h 773"/>
              <a:gd name="T102" fmla="*/ 2147483647 w 556"/>
              <a:gd name="T103" fmla="*/ 2147483647 h 773"/>
              <a:gd name="T104" fmla="*/ 2147483647 w 556"/>
              <a:gd name="T105" fmla="*/ 2147483647 h 773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556"/>
              <a:gd name="T160" fmla="*/ 0 h 773"/>
              <a:gd name="T161" fmla="*/ 556 w 556"/>
              <a:gd name="T162" fmla="*/ 773 h 773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556" h="773" extrusionOk="0">
                <a:moveTo>
                  <a:pt x="26" y="74"/>
                </a:moveTo>
                <a:cubicBezTo>
                  <a:pt x="29" y="64"/>
                  <a:pt x="33" y="55"/>
                  <a:pt x="36" y="45"/>
                </a:cubicBezTo>
                <a:cubicBezTo>
                  <a:pt x="38" y="39"/>
                  <a:pt x="35" y="48"/>
                  <a:pt x="36" y="42"/>
                </a:cubicBezTo>
                <a:cubicBezTo>
                  <a:pt x="36" y="40"/>
                  <a:pt x="36" y="39"/>
                  <a:pt x="36" y="37"/>
                </a:cubicBezTo>
                <a:cubicBezTo>
                  <a:pt x="37" y="45"/>
                  <a:pt x="37" y="64"/>
                  <a:pt x="39" y="74"/>
                </a:cubicBezTo>
                <a:cubicBezTo>
                  <a:pt x="44" y="102"/>
                  <a:pt x="43" y="124"/>
                  <a:pt x="43" y="153"/>
                </a:cubicBezTo>
                <a:cubicBezTo>
                  <a:pt x="42" y="194"/>
                  <a:pt x="41" y="234"/>
                  <a:pt x="39" y="275"/>
                </a:cubicBezTo>
                <a:cubicBezTo>
                  <a:pt x="37" y="303"/>
                  <a:pt x="33" y="329"/>
                  <a:pt x="29" y="357"/>
                </a:cubicBezTo>
                <a:cubicBezTo>
                  <a:pt x="22" y="402"/>
                  <a:pt x="13" y="449"/>
                  <a:pt x="9" y="494"/>
                </a:cubicBezTo>
                <a:cubicBezTo>
                  <a:pt x="8" y="512"/>
                  <a:pt x="15" y="527"/>
                  <a:pt x="13" y="545"/>
                </a:cubicBezTo>
                <a:cubicBezTo>
                  <a:pt x="12" y="553"/>
                  <a:pt x="9" y="559"/>
                  <a:pt x="9" y="566"/>
                </a:cubicBezTo>
                <a:cubicBezTo>
                  <a:pt x="9" y="569"/>
                  <a:pt x="13" y="583"/>
                  <a:pt x="13" y="584"/>
                </a:cubicBezTo>
                <a:cubicBezTo>
                  <a:pt x="13" y="587"/>
                  <a:pt x="11" y="583"/>
                  <a:pt x="13" y="590"/>
                </a:cubicBezTo>
                <a:cubicBezTo>
                  <a:pt x="13" y="592"/>
                  <a:pt x="13" y="593"/>
                  <a:pt x="13" y="590"/>
                </a:cubicBezTo>
                <a:cubicBezTo>
                  <a:pt x="11" y="580"/>
                  <a:pt x="10" y="581"/>
                  <a:pt x="9" y="571"/>
                </a:cubicBezTo>
                <a:cubicBezTo>
                  <a:pt x="4" y="534"/>
                  <a:pt x="4" y="500"/>
                  <a:pt x="3" y="463"/>
                </a:cubicBezTo>
                <a:cubicBezTo>
                  <a:pt x="2" y="430"/>
                  <a:pt x="0" y="398"/>
                  <a:pt x="0" y="365"/>
                </a:cubicBezTo>
                <a:cubicBezTo>
                  <a:pt x="0" y="349"/>
                  <a:pt x="1" y="333"/>
                  <a:pt x="3" y="317"/>
                </a:cubicBezTo>
                <a:cubicBezTo>
                  <a:pt x="5" y="301"/>
                  <a:pt x="6" y="283"/>
                  <a:pt x="9" y="267"/>
                </a:cubicBezTo>
                <a:cubicBezTo>
                  <a:pt x="18" y="219"/>
                  <a:pt x="31" y="176"/>
                  <a:pt x="52" y="132"/>
                </a:cubicBezTo>
                <a:cubicBezTo>
                  <a:pt x="65" y="105"/>
                  <a:pt x="80" y="91"/>
                  <a:pt x="105" y="74"/>
                </a:cubicBezTo>
                <a:cubicBezTo>
                  <a:pt x="135" y="53"/>
                  <a:pt x="165" y="33"/>
                  <a:pt x="198" y="18"/>
                </a:cubicBezTo>
                <a:cubicBezTo>
                  <a:pt x="216" y="10"/>
                  <a:pt x="238" y="4"/>
                  <a:pt x="258" y="2"/>
                </a:cubicBezTo>
                <a:cubicBezTo>
                  <a:pt x="271" y="0"/>
                  <a:pt x="290" y="-1"/>
                  <a:pt x="301" y="8"/>
                </a:cubicBezTo>
                <a:cubicBezTo>
                  <a:pt x="314" y="18"/>
                  <a:pt x="324" y="34"/>
                  <a:pt x="334" y="47"/>
                </a:cubicBezTo>
                <a:cubicBezTo>
                  <a:pt x="346" y="62"/>
                  <a:pt x="355" y="77"/>
                  <a:pt x="360" y="95"/>
                </a:cubicBezTo>
                <a:cubicBezTo>
                  <a:pt x="364" y="111"/>
                  <a:pt x="365" y="136"/>
                  <a:pt x="363" y="153"/>
                </a:cubicBezTo>
                <a:cubicBezTo>
                  <a:pt x="359" y="181"/>
                  <a:pt x="350" y="197"/>
                  <a:pt x="340" y="222"/>
                </a:cubicBezTo>
                <a:cubicBezTo>
                  <a:pt x="328" y="253"/>
                  <a:pt x="307" y="284"/>
                  <a:pt x="281" y="307"/>
                </a:cubicBezTo>
                <a:cubicBezTo>
                  <a:pt x="269" y="317"/>
                  <a:pt x="257" y="329"/>
                  <a:pt x="241" y="330"/>
                </a:cubicBezTo>
                <a:cubicBezTo>
                  <a:pt x="227" y="331"/>
                  <a:pt x="209" y="320"/>
                  <a:pt x="198" y="314"/>
                </a:cubicBezTo>
                <a:cubicBezTo>
                  <a:pt x="183" y="306"/>
                  <a:pt x="167" y="292"/>
                  <a:pt x="152" y="285"/>
                </a:cubicBezTo>
                <a:cubicBezTo>
                  <a:pt x="143" y="281"/>
                  <a:pt x="129" y="278"/>
                  <a:pt x="119" y="277"/>
                </a:cubicBezTo>
                <a:cubicBezTo>
                  <a:pt x="108" y="276"/>
                  <a:pt x="97" y="280"/>
                  <a:pt x="89" y="285"/>
                </a:cubicBezTo>
                <a:cubicBezTo>
                  <a:pt x="86" y="287"/>
                  <a:pt x="83" y="291"/>
                  <a:pt x="82" y="296"/>
                </a:cubicBezTo>
                <a:cubicBezTo>
                  <a:pt x="76" y="316"/>
                  <a:pt x="89" y="334"/>
                  <a:pt x="95" y="352"/>
                </a:cubicBezTo>
                <a:cubicBezTo>
                  <a:pt x="103" y="374"/>
                  <a:pt x="108" y="389"/>
                  <a:pt x="122" y="407"/>
                </a:cubicBezTo>
                <a:cubicBezTo>
                  <a:pt x="137" y="427"/>
                  <a:pt x="153" y="440"/>
                  <a:pt x="172" y="457"/>
                </a:cubicBezTo>
                <a:cubicBezTo>
                  <a:pt x="191" y="474"/>
                  <a:pt x="211" y="487"/>
                  <a:pt x="231" y="502"/>
                </a:cubicBezTo>
                <a:cubicBezTo>
                  <a:pt x="248" y="515"/>
                  <a:pt x="263" y="521"/>
                  <a:pt x="284" y="526"/>
                </a:cubicBezTo>
                <a:cubicBezTo>
                  <a:pt x="300" y="530"/>
                  <a:pt x="315" y="528"/>
                  <a:pt x="330" y="524"/>
                </a:cubicBezTo>
                <a:cubicBezTo>
                  <a:pt x="349" y="519"/>
                  <a:pt x="365" y="513"/>
                  <a:pt x="386" y="516"/>
                </a:cubicBezTo>
                <a:cubicBezTo>
                  <a:pt x="393" y="517"/>
                  <a:pt x="396" y="523"/>
                  <a:pt x="403" y="521"/>
                </a:cubicBezTo>
                <a:cubicBezTo>
                  <a:pt x="407" y="520"/>
                  <a:pt x="412" y="512"/>
                  <a:pt x="416" y="510"/>
                </a:cubicBezTo>
              </a:path>
              <a:path w="556" h="773" extrusionOk="0">
                <a:moveTo>
                  <a:pt x="529" y="510"/>
                </a:moveTo>
                <a:cubicBezTo>
                  <a:pt x="537" y="506"/>
                  <a:pt x="549" y="499"/>
                  <a:pt x="552" y="492"/>
                </a:cubicBezTo>
                <a:cubicBezTo>
                  <a:pt x="556" y="484"/>
                  <a:pt x="550" y="489"/>
                  <a:pt x="555" y="486"/>
                </a:cubicBezTo>
                <a:cubicBezTo>
                  <a:pt x="549" y="501"/>
                  <a:pt x="551" y="513"/>
                  <a:pt x="549" y="529"/>
                </a:cubicBezTo>
                <a:cubicBezTo>
                  <a:pt x="545" y="557"/>
                  <a:pt x="542" y="583"/>
                  <a:pt x="539" y="611"/>
                </a:cubicBezTo>
                <a:cubicBezTo>
                  <a:pt x="536" y="642"/>
                  <a:pt x="531" y="675"/>
                  <a:pt x="532" y="706"/>
                </a:cubicBezTo>
                <a:cubicBezTo>
                  <a:pt x="533" y="722"/>
                  <a:pt x="532" y="735"/>
                  <a:pt x="532" y="751"/>
                </a:cubicBezTo>
                <a:cubicBezTo>
                  <a:pt x="532" y="757"/>
                  <a:pt x="534" y="767"/>
                  <a:pt x="539" y="770"/>
                </a:cubicBezTo>
                <a:cubicBezTo>
                  <a:pt x="543" y="773"/>
                  <a:pt x="540" y="769"/>
                  <a:pt x="535" y="767"/>
                </a:cubicBez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Ink 6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209800" y="3651250"/>
            <a:ext cx="347663" cy="306388"/>
          </a:xfrm>
          <a:custGeom>
            <a:avLst/>
            <a:gdLst>
              <a:gd name="T0" fmla="*/ 2147483647 w 964"/>
              <a:gd name="T1" fmla="*/ 2147483647 h 850"/>
              <a:gd name="T2" fmla="*/ 1547912165 w 964"/>
              <a:gd name="T3" fmla="*/ 2147483647 h 850"/>
              <a:gd name="T4" fmla="*/ 1407181140 w 964"/>
              <a:gd name="T5" fmla="*/ 2147483647 h 850"/>
              <a:gd name="T6" fmla="*/ 1735597170 w 964"/>
              <a:gd name="T7" fmla="*/ 2147483647 h 850"/>
              <a:gd name="T8" fmla="*/ 2147483647 w 964"/>
              <a:gd name="T9" fmla="*/ 2147483647 h 850"/>
              <a:gd name="T10" fmla="*/ 2147483647 w 964"/>
              <a:gd name="T11" fmla="*/ 2147483647 h 850"/>
              <a:gd name="T12" fmla="*/ 2147483647 w 964"/>
              <a:gd name="T13" fmla="*/ 2147483647 h 850"/>
              <a:gd name="T14" fmla="*/ 2147483647 w 964"/>
              <a:gd name="T15" fmla="*/ 2147483647 h 850"/>
              <a:gd name="T16" fmla="*/ 2147483647 w 964"/>
              <a:gd name="T17" fmla="*/ 2147483647 h 850"/>
              <a:gd name="T18" fmla="*/ 2147483647 w 964"/>
              <a:gd name="T19" fmla="*/ 2147483647 h 850"/>
              <a:gd name="T20" fmla="*/ 2017059220 w 964"/>
              <a:gd name="T21" fmla="*/ 2147483647 h 850"/>
              <a:gd name="T22" fmla="*/ 328416030 w 964"/>
              <a:gd name="T23" fmla="*/ 2147483647 h 850"/>
              <a:gd name="T24" fmla="*/ 0 w 964"/>
              <a:gd name="T25" fmla="*/ 2147483647 h 850"/>
              <a:gd name="T26" fmla="*/ 2147483647 w 964"/>
              <a:gd name="T27" fmla="*/ 2147483647 h 850"/>
              <a:gd name="T28" fmla="*/ 2147483647 w 964"/>
              <a:gd name="T29" fmla="*/ 2147483647 h 850"/>
              <a:gd name="T30" fmla="*/ 2147483647 w 964"/>
              <a:gd name="T31" fmla="*/ 983561351 h 850"/>
              <a:gd name="T32" fmla="*/ 2147483647 w 964"/>
              <a:gd name="T33" fmla="*/ 0 h 850"/>
              <a:gd name="T34" fmla="*/ 2147483647 w 964"/>
              <a:gd name="T35" fmla="*/ 2147483647 h 850"/>
              <a:gd name="T36" fmla="*/ 2147483647 w 964"/>
              <a:gd name="T37" fmla="*/ 2147483647 h 850"/>
              <a:gd name="T38" fmla="*/ 2147483647 w 964"/>
              <a:gd name="T39" fmla="*/ 2147483647 h 850"/>
              <a:gd name="T40" fmla="*/ 2147483647 w 964"/>
              <a:gd name="T41" fmla="*/ 2147483647 h 850"/>
              <a:gd name="T42" fmla="*/ 2147483647 w 964"/>
              <a:gd name="T43" fmla="*/ 2147483647 h 850"/>
              <a:gd name="T44" fmla="*/ 2147483647 w 964"/>
              <a:gd name="T45" fmla="*/ 2147483647 h 850"/>
              <a:gd name="T46" fmla="*/ 2147483647 w 964"/>
              <a:gd name="T47" fmla="*/ 2147483647 h 850"/>
              <a:gd name="T48" fmla="*/ 2147483647 w 964"/>
              <a:gd name="T49" fmla="*/ 2147483647 h 850"/>
              <a:gd name="T50" fmla="*/ 2147483647 w 964"/>
              <a:gd name="T51" fmla="*/ 2147483647 h 850"/>
              <a:gd name="T52" fmla="*/ 2147483647 w 964"/>
              <a:gd name="T53" fmla="*/ 2147483647 h 850"/>
              <a:gd name="T54" fmla="*/ 2147483647 w 964"/>
              <a:gd name="T55" fmla="*/ 2147483647 h 850"/>
              <a:gd name="T56" fmla="*/ 2147483647 w 964"/>
              <a:gd name="T57" fmla="*/ 2147483647 h 850"/>
              <a:gd name="T58" fmla="*/ 2147483647 w 964"/>
              <a:gd name="T59" fmla="*/ 2147483647 h 850"/>
              <a:gd name="T60" fmla="*/ 2147483647 w 964"/>
              <a:gd name="T61" fmla="*/ 2147483647 h 850"/>
              <a:gd name="T62" fmla="*/ 2147483647 w 964"/>
              <a:gd name="T63" fmla="*/ 2147483647 h 850"/>
              <a:gd name="T64" fmla="*/ 2147483647 w 964"/>
              <a:gd name="T65" fmla="*/ 2147483647 h 850"/>
              <a:gd name="T66" fmla="*/ 2147483647 w 964"/>
              <a:gd name="T67" fmla="*/ 2147483647 h 850"/>
              <a:gd name="T68" fmla="*/ 2147483647 w 964"/>
              <a:gd name="T69" fmla="*/ 2147483647 h 850"/>
              <a:gd name="T70" fmla="*/ 2147483647 w 964"/>
              <a:gd name="T71" fmla="*/ 2147483647 h 850"/>
              <a:gd name="T72" fmla="*/ 2147483647 w 964"/>
              <a:gd name="T73" fmla="*/ 2147483647 h 850"/>
              <a:gd name="T74" fmla="*/ 2147483647 w 964"/>
              <a:gd name="T75" fmla="*/ 2147483647 h 850"/>
              <a:gd name="T76" fmla="*/ 2147483647 w 964"/>
              <a:gd name="T77" fmla="*/ 2147483647 h 850"/>
              <a:gd name="T78" fmla="*/ 2147483647 w 964"/>
              <a:gd name="T79" fmla="*/ 2147483647 h 850"/>
              <a:gd name="T80" fmla="*/ 2147483647 w 964"/>
              <a:gd name="T81" fmla="*/ 2147483647 h 850"/>
              <a:gd name="T82" fmla="*/ 2147483647 w 964"/>
              <a:gd name="T83" fmla="*/ 2147483647 h 850"/>
              <a:gd name="T84" fmla="*/ 2147483647 w 964"/>
              <a:gd name="T85" fmla="*/ 2147483647 h 850"/>
              <a:gd name="T86" fmla="*/ 2147483647 w 964"/>
              <a:gd name="T87" fmla="*/ 2147483647 h 850"/>
              <a:gd name="T88" fmla="*/ 2147483647 w 964"/>
              <a:gd name="T89" fmla="*/ 2147483647 h 850"/>
              <a:gd name="T90" fmla="*/ 2147483647 w 964"/>
              <a:gd name="T91" fmla="*/ 2147483647 h 850"/>
              <a:gd name="T92" fmla="*/ 2147483647 w 964"/>
              <a:gd name="T93" fmla="*/ 2147483647 h 850"/>
              <a:gd name="T94" fmla="*/ 2147483647 w 964"/>
              <a:gd name="T95" fmla="*/ 2147483647 h 850"/>
              <a:gd name="T96" fmla="*/ 2147483647 w 964"/>
              <a:gd name="T97" fmla="*/ 2147483647 h 8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964"/>
              <a:gd name="T148" fmla="*/ 0 h 850"/>
              <a:gd name="T149" fmla="*/ 964 w 964"/>
              <a:gd name="T150" fmla="*/ 850 h 8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964" h="850" extrusionOk="0">
                <a:moveTo>
                  <a:pt x="57" y="119"/>
                </a:moveTo>
                <a:cubicBezTo>
                  <a:pt x="50" y="116"/>
                  <a:pt x="39" y="116"/>
                  <a:pt x="33" y="113"/>
                </a:cubicBezTo>
                <a:cubicBezTo>
                  <a:pt x="30" y="111"/>
                  <a:pt x="29" y="111"/>
                  <a:pt x="30" y="108"/>
                </a:cubicBezTo>
                <a:cubicBezTo>
                  <a:pt x="32" y="110"/>
                  <a:pt x="34" y="112"/>
                  <a:pt x="37" y="119"/>
                </a:cubicBezTo>
                <a:cubicBezTo>
                  <a:pt x="46" y="138"/>
                  <a:pt x="52" y="157"/>
                  <a:pt x="57" y="177"/>
                </a:cubicBezTo>
                <a:cubicBezTo>
                  <a:pt x="66" y="216"/>
                  <a:pt x="69" y="256"/>
                  <a:pt x="70" y="296"/>
                </a:cubicBezTo>
                <a:cubicBezTo>
                  <a:pt x="71" y="330"/>
                  <a:pt x="71" y="365"/>
                  <a:pt x="73" y="399"/>
                </a:cubicBezTo>
                <a:cubicBezTo>
                  <a:pt x="75" y="430"/>
                  <a:pt x="75" y="463"/>
                  <a:pt x="73" y="494"/>
                </a:cubicBezTo>
                <a:cubicBezTo>
                  <a:pt x="72" y="510"/>
                  <a:pt x="69" y="520"/>
                  <a:pt x="70" y="534"/>
                </a:cubicBezTo>
                <a:cubicBezTo>
                  <a:pt x="71" y="540"/>
                  <a:pt x="66" y="527"/>
                  <a:pt x="70" y="531"/>
                </a:cubicBezTo>
                <a:cubicBezTo>
                  <a:pt x="62" y="506"/>
                  <a:pt x="53" y="479"/>
                  <a:pt x="43" y="455"/>
                </a:cubicBezTo>
                <a:cubicBezTo>
                  <a:pt x="29" y="422"/>
                  <a:pt x="13" y="394"/>
                  <a:pt x="7" y="359"/>
                </a:cubicBezTo>
                <a:cubicBezTo>
                  <a:pt x="3" y="335"/>
                  <a:pt x="-4" y="299"/>
                  <a:pt x="0" y="275"/>
                </a:cubicBezTo>
                <a:cubicBezTo>
                  <a:pt x="5" y="245"/>
                  <a:pt x="29" y="214"/>
                  <a:pt x="50" y="193"/>
                </a:cubicBezTo>
                <a:cubicBezTo>
                  <a:pt x="81" y="162"/>
                  <a:pt x="107" y="127"/>
                  <a:pt x="139" y="97"/>
                </a:cubicBezTo>
                <a:cubicBezTo>
                  <a:pt x="170" y="68"/>
                  <a:pt x="200" y="45"/>
                  <a:pt x="235" y="21"/>
                </a:cubicBezTo>
                <a:cubicBezTo>
                  <a:pt x="241" y="17"/>
                  <a:pt x="271" y="-6"/>
                  <a:pt x="281" y="0"/>
                </a:cubicBezTo>
                <a:cubicBezTo>
                  <a:pt x="296" y="10"/>
                  <a:pt x="303" y="40"/>
                  <a:pt x="308" y="55"/>
                </a:cubicBezTo>
                <a:cubicBezTo>
                  <a:pt x="318" y="84"/>
                  <a:pt x="316" y="110"/>
                  <a:pt x="315" y="140"/>
                </a:cubicBezTo>
                <a:cubicBezTo>
                  <a:pt x="314" y="173"/>
                  <a:pt x="313" y="209"/>
                  <a:pt x="295" y="238"/>
                </a:cubicBezTo>
                <a:cubicBezTo>
                  <a:pt x="281" y="261"/>
                  <a:pt x="255" y="286"/>
                  <a:pt x="235" y="304"/>
                </a:cubicBezTo>
                <a:cubicBezTo>
                  <a:pt x="217" y="320"/>
                  <a:pt x="192" y="325"/>
                  <a:pt x="169" y="325"/>
                </a:cubicBezTo>
                <a:cubicBezTo>
                  <a:pt x="158" y="325"/>
                  <a:pt x="146" y="321"/>
                  <a:pt x="136" y="317"/>
                </a:cubicBezTo>
                <a:cubicBezTo>
                  <a:pt x="133" y="314"/>
                  <a:pt x="132" y="313"/>
                  <a:pt x="129" y="312"/>
                </a:cubicBezTo>
                <a:cubicBezTo>
                  <a:pt x="130" y="321"/>
                  <a:pt x="132" y="324"/>
                  <a:pt x="133" y="333"/>
                </a:cubicBezTo>
                <a:cubicBezTo>
                  <a:pt x="136" y="355"/>
                  <a:pt x="138" y="377"/>
                  <a:pt x="143" y="399"/>
                </a:cubicBezTo>
                <a:cubicBezTo>
                  <a:pt x="149" y="430"/>
                  <a:pt x="155" y="473"/>
                  <a:pt x="169" y="502"/>
                </a:cubicBezTo>
                <a:cubicBezTo>
                  <a:pt x="182" y="527"/>
                  <a:pt x="203" y="542"/>
                  <a:pt x="225" y="558"/>
                </a:cubicBezTo>
                <a:cubicBezTo>
                  <a:pt x="245" y="573"/>
                  <a:pt x="262" y="570"/>
                  <a:pt x="285" y="576"/>
                </a:cubicBezTo>
                <a:cubicBezTo>
                  <a:pt x="293" y="578"/>
                  <a:pt x="308" y="582"/>
                  <a:pt x="311" y="582"/>
                </a:cubicBezTo>
                <a:cubicBezTo>
                  <a:pt x="316" y="583"/>
                  <a:pt x="322" y="584"/>
                  <a:pt x="324" y="584"/>
                </a:cubicBezTo>
              </a:path>
              <a:path w="964" h="850" extrusionOk="0">
                <a:moveTo>
                  <a:pt x="530" y="640"/>
                </a:moveTo>
                <a:cubicBezTo>
                  <a:pt x="545" y="625"/>
                  <a:pt x="561" y="610"/>
                  <a:pt x="579" y="598"/>
                </a:cubicBezTo>
                <a:cubicBezTo>
                  <a:pt x="604" y="582"/>
                  <a:pt x="627" y="559"/>
                  <a:pt x="655" y="547"/>
                </a:cubicBezTo>
                <a:cubicBezTo>
                  <a:pt x="667" y="542"/>
                  <a:pt x="692" y="534"/>
                  <a:pt x="705" y="539"/>
                </a:cubicBezTo>
                <a:cubicBezTo>
                  <a:pt x="726" y="546"/>
                  <a:pt x="729" y="564"/>
                  <a:pt x="735" y="584"/>
                </a:cubicBezTo>
                <a:cubicBezTo>
                  <a:pt x="745" y="619"/>
                  <a:pt x="752" y="648"/>
                  <a:pt x="748" y="685"/>
                </a:cubicBezTo>
                <a:cubicBezTo>
                  <a:pt x="743" y="733"/>
                  <a:pt x="731" y="774"/>
                  <a:pt x="695" y="807"/>
                </a:cubicBezTo>
                <a:cubicBezTo>
                  <a:pt x="674" y="826"/>
                  <a:pt x="643" y="838"/>
                  <a:pt x="615" y="844"/>
                </a:cubicBezTo>
                <a:cubicBezTo>
                  <a:pt x="595" y="848"/>
                  <a:pt x="573" y="846"/>
                  <a:pt x="553" y="846"/>
                </a:cubicBezTo>
                <a:cubicBezTo>
                  <a:pt x="547" y="846"/>
                  <a:pt x="542" y="846"/>
                  <a:pt x="536" y="846"/>
                </a:cubicBezTo>
                <a:cubicBezTo>
                  <a:pt x="551" y="848"/>
                  <a:pt x="569" y="849"/>
                  <a:pt x="586" y="849"/>
                </a:cubicBezTo>
                <a:cubicBezTo>
                  <a:pt x="620" y="849"/>
                  <a:pt x="654" y="844"/>
                  <a:pt x="688" y="841"/>
                </a:cubicBezTo>
                <a:cubicBezTo>
                  <a:pt x="739" y="837"/>
                  <a:pt x="789" y="823"/>
                  <a:pt x="840" y="817"/>
                </a:cubicBezTo>
                <a:cubicBezTo>
                  <a:pt x="871" y="814"/>
                  <a:pt x="903" y="814"/>
                  <a:pt x="933" y="812"/>
                </a:cubicBezTo>
                <a:cubicBezTo>
                  <a:pt x="941" y="812"/>
                  <a:pt x="945" y="813"/>
                  <a:pt x="953" y="812"/>
                </a:cubicBezTo>
                <a:cubicBezTo>
                  <a:pt x="957" y="812"/>
                  <a:pt x="957" y="810"/>
                  <a:pt x="963" y="809"/>
                </a:cubicBezTo>
                <a:cubicBezTo>
                  <a:pt x="968" y="808"/>
                  <a:pt x="968" y="809"/>
                  <a:pt x="963" y="807"/>
                </a:cubicBezTo>
                <a:cubicBezTo>
                  <a:pt x="957" y="805"/>
                  <a:pt x="959" y="811"/>
                  <a:pt x="959" y="807"/>
                </a:cubicBez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Ink 9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482850" y="1673225"/>
            <a:ext cx="196850" cy="101600"/>
          </a:xfrm>
          <a:custGeom>
            <a:avLst/>
            <a:gdLst>
              <a:gd name="T0" fmla="*/ 2147483647 w 547"/>
              <a:gd name="T1" fmla="*/ 1053040355 h 284"/>
              <a:gd name="T2" fmla="*/ 2147483647 w 547"/>
              <a:gd name="T3" fmla="*/ 686754468 h 284"/>
              <a:gd name="T4" fmla="*/ 2147483647 w 547"/>
              <a:gd name="T5" fmla="*/ 366285887 h 284"/>
              <a:gd name="T6" fmla="*/ 2147483647 w 547"/>
              <a:gd name="T7" fmla="*/ 91507614 h 284"/>
              <a:gd name="T8" fmla="*/ 2147483647 w 547"/>
              <a:gd name="T9" fmla="*/ 366285887 h 284"/>
              <a:gd name="T10" fmla="*/ 2147483647 w 547"/>
              <a:gd name="T11" fmla="*/ 1556651521 h 284"/>
              <a:gd name="T12" fmla="*/ 2147483647 w 547"/>
              <a:gd name="T13" fmla="*/ 2147483647 h 284"/>
              <a:gd name="T14" fmla="*/ 605837724 w 547"/>
              <a:gd name="T15" fmla="*/ 2147483647 h 284"/>
              <a:gd name="T16" fmla="*/ 0 w 547"/>
              <a:gd name="T17" fmla="*/ 2147483647 h 284"/>
              <a:gd name="T18" fmla="*/ 326230472 w 547"/>
              <a:gd name="T19" fmla="*/ 2147483647 h 284"/>
              <a:gd name="T20" fmla="*/ 1677774502 w 547"/>
              <a:gd name="T21" fmla="*/ 2147483647 h 284"/>
              <a:gd name="T22" fmla="*/ 2147483647 w 547"/>
              <a:gd name="T23" fmla="*/ 2147483647 h 284"/>
              <a:gd name="T24" fmla="*/ 2147483647 w 547"/>
              <a:gd name="T25" fmla="*/ 2147483647 h 284"/>
              <a:gd name="T26" fmla="*/ 2147483647 w 547"/>
              <a:gd name="T27" fmla="*/ 2147483647 h 284"/>
              <a:gd name="T28" fmla="*/ 2147483647 w 547"/>
              <a:gd name="T29" fmla="*/ 2147483647 h 284"/>
              <a:gd name="T30" fmla="*/ 2147483647 w 547"/>
              <a:gd name="T31" fmla="*/ 2147483647 h 284"/>
              <a:gd name="T32" fmla="*/ 2147483647 w 547"/>
              <a:gd name="T33" fmla="*/ 2147483647 h 284"/>
              <a:gd name="T34" fmla="*/ 2147483647 w 547"/>
              <a:gd name="T35" fmla="*/ 2147483647 h 284"/>
              <a:gd name="T36" fmla="*/ 2147483647 w 547"/>
              <a:gd name="T37" fmla="*/ 2147483647 h 284"/>
              <a:gd name="T38" fmla="*/ 2147483647 w 547"/>
              <a:gd name="T39" fmla="*/ 2147483647 h 284"/>
              <a:gd name="T40" fmla="*/ 2147483647 w 547"/>
              <a:gd name="T41" fmla="*/ 2147483647 h 284"/>
              <a:gd name="T42" fmla="*/ 2147483647 w 547"/>
              <a:gd name="T43" fmla="*/ 2147483647 h 284"/>
              <a:gd name="T44" fmla="*/ 2147483647 w 547"/>
              <a:gd name="T45" fmla="*/ 2147483647 h 284"/>
              <a:gd name="T46" fmla="*/ 2147483647 w 547"/>
              <a:gd name="T47" fmla="*/ 2147483647 h 284"/>
              <a:gd name="T48" fmla="*/ 2147483647 w 547"/>
              <a:gd name="T49" fmla="*/ 2147483647 h 284"/>
              <a:gd name="T50" fmla="*/ 2147483647 w 547"/>
              <a:gd name="T51" fmla="*/ 2147483647 h 284"/>
              <a:gd name="T52" fmla="*/ 2147483647 w 547"/>
              <a:gd name="T53" fmla="*/ 2147483647 h 284"/>
              <a:gd name="T54" fmla="*/ 2147483647 w 547"/>
              <a:gd name="T55" fmla="*/ 2147483647 h 284"/>
              <a:gd name="T56" fmla="*/ 2147483647 w 547"/>
              <a:gd name="T57" fmla="*/ 2147483647 h 284"/>
              <a:gd name="T58" fmla="*/ 2147483647 w 547"/>
              <a:gd name="T59" fmla="*/ 2147483647 h 284"/>
              <a:gd name="T60" fmla="*/ 2147483647 w 547"/>
              <a:gd name="T61" fmla="*/ 2147483647 h 284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547"/>
              <a:gd name="T94" fmla="*/ 0 h 284"/>
              <a:gd name="T95" fmla="*/ 547 w 547"/>
              <a:gd name="T96" fmla="*/ 284 h 284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547" h="284" extrusionOk="0">
                <a:moveTo>
                  <a:pt x="347" y="23"/>
                </a:moveTo>
                <a:cubicBezTo>
                  <a:pt x="343" y="19"/>
                  <a:pt x="346" y="18"/>
                  <a:pt x="341" y="15"/>
                </a:cubicBezTo>
                <a:cubicBezTo>
                  <a:pt x="337" y="12"/>
                  <a:pt x="336" y="9"/>
                  <a:pt x="331" y="8"/>
                </a:cubicBezTo>
                <a:cubicBezTo>
                  <a:pt x="325" y="6"/>
                  <a:pt x="312" y="4"/>
                  <a:pt x="304" y="2"/>
                </a:cubicBezTo>
                <a:cubicBezTo>
                  <a:pt x="281" y="-3"/>
                  <a:pt x="263" y="3"/>
                  <a:pt x="241" y="8"/>
                </a:cubicBezTo>
                <a:cubicBezTo>
                  <a:pt x="205" y="16"/>
                  <a:pt x="173" y="18"/>
                  <a:pt x="139" y="34"/>
                </a:cubicBezTo>
                <a:cubicBezTo>
                  <a:pt x="111" y="47"/>
                  <a:pt x="88" y="60"/>
                  <a:pt x="66" y="82"/>
                </a:cubicBezTo>
                <a:cubicBezTo>
                  <a:pt x="50" y="98"/>
                  <a:pt x="26" y="111"/>
                  <a:pt x="13" y="129"/>
                </a:cubicBezTo>
                <a:cubicBezTo>
                  <a:pt x="6" y="139"/>
                  <a:pt x="2" y="153"/>
                  <a:pt x="0" y="166"/>
                </a:cubicBezTo>
                <a:cubicBezTo>
                  <a:pt x="-2" y="179"/>
                  <a:pt x="2" y="187"/>
                  <a:pt x="7" y="198"/>
                </a:cubicBezTo>
                <a:cubicBezTo>
                  <a:pt x="13" y="212"/>
                  <a:pt x="25" y="225"/>
                  <a:pt x="36" y="235"/>
                </a:cubicBezTo>
                <a:cubicBezTo>
                  <a:pt x="49" y="246"/>
                  <a:pt x="62" y="260"/>
                  <a:pt x="76" y="269"/>
                </a:cubicBezTo>
                <a:cubicBezTo>
                  <a:pt x="92" y="279"/>
                  <a:pt x="108" y="282"/>
                  <a:pt x="126" y="283"/>
                </a:cubicBezTo>
                <a:cubicBezTo>
                  <a:pt x="150" y="285"/>
                  <a:pt x="176" y="276"/>
                  <a:pt x="198" y="267"/>
                </a:cubicBezTo>
                <a:cubicBezTo>
                  <a:pt x="226" y="256"/>
                  <a:pt x="250" y="241"/>
                  <a:pt x="271" y="219"/>
                </a:cubicBezTo>
                <a:cubicBezTo>
                  <a:pt x="288" y="200"/>
                  <a:pt x="300" y="177"/>
                  <a:pt x="308" y="153"/>
                </a:cubicBezTo>
                <a:cubicBezTo>
                  <a:pt x="313" y="137"/>
                  <a:pt x="311" y="116"/>
                  <a:pt x="314" y="100"/>
                </a:cubicBezTo>
                <a:cubicBezTo>
                  <a:pt x="315" y="92"/>
                  <a:pt x="316" y="90"/>
                  <a:pt x="317" y="82"/>
                </a:cubicBezTo>
                <a:cubicBezTo>
                  <a:pt x="318" y="78"/>
                  <a:pt x="317" y="86"/>
                  <a:pt x="317" y="82"/>
                </a:cubicBezTo>
                <a:cubicBezTo>
                  <a:pt x="317" y="81"/>
                  <a:pt x="317" y="80"/>
                  <a:pt x="317" y="79"/>
                </a:cubicBezTo>
                <a:cubicBezTo>
                  <a:pt x="317" y="81"/>
                  <a:pt x="318" y="94"/>
                  <a:pt x="317" y="100"/>
                </a:cubicBezTo>
                <a:cubicBezTo>
                  <a:pt x="315" y="119"/>
                  <a:pt x="314" y="138"/>
                  <a:pt x="314" y="158"/>
                </a:cubicBezTo>
                <a:cubicBezTo>
                  <a:pt x="314" y="180"/>
                  <a:pt x="316" y="200"/>
                  <a:pt x="317" y="222"/>
                </a:cubicBezTo>
                <a:cubicBezTo>
                  <a:pt x="317" y="238"/>
                  <a:pt x="321" y="249"/>
                  <a:pt x="324" y="264"/>
                </a:cubicBezTo>
                <a:cubicBezTo>
                  <a:pt x="326" y="273"/>
                  <a:pt x="322" y="277"/>
                  <a:pt x="331" y="283"/>
                </a:cubicBezTo>
                <a:cubicBezTo>
                  <a:pt x="341" y="290"/>
                  <a:pt x="360" y="278"/>
                  <a:pt x="367" y="275"/>
                </a:cubicBezTo>
                <a:cubicBezTo>
                  <a:pt x="396" y="262"/>
                  <a:pt x="424" y="238"/>
                  <a:pt x="450" y="219"/>
                </a:cubicBezTo>
                <a:cubicBezTo>
                  <a:pt x="474" y="201"/>
                  <a:pt x="496" y="181"/>
                  <a:pt x="516" y="161"/>
                </a:cubicBezTo>
                <a:cubicBezTo>
                  <a:pt x="524" y="153"/>
                  <a:pt x="529" y="149"/>
                  <a:pt x="536" y="142"/>
                </a:cubicBezTo>
                <a:cubicBezTo>
                  <a:pt x="537" y="141"/>
                  <a:pt x="538" y="135"/>
                  <a:pt x="539" y="135"/>
                </a:cubicBezTo>
                <a:cubicBezTo>
                  <a:pt x="542" y="137"/>
                  <a:pt x="543" y="138"/>
                  <a:pt x="546" y="135"/>
                </a:cubicBez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Ink 10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420938" y="3186113"/>
            <a:ext cx="1587" cy="1587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60000 65536"/>
              <a:gd name="T7" fmla="*/ 0 60000 65536"/>
              <a:gd name="T8" fmla="*/ 0 60000 65536"/>
              <a:gd name="T9" fmla="*/ 0 w 1"/>
              <a:gd name="T10" fmla="*/ 0 h 1"/>
              <a:gd name="T11" fmla="*/ 1 w 1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" extrusionOk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Ink 12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417763" y="3159125"/>
            <a:ext cx="92075" cy="141288"/>
          </a:xfrm>
          <a:custGeom>
            <a:avLst/>
            <a:gdLst>
              <a:gd name="T0" fmla="*/ 1116644598 w 256"/>
              <a:gd name="T1" fmla="*/ 2147483647 h 390"/>
              <a:gd name="T2" fmla="*/ 651332795 w 256"/>
              <a:gd name="T3" fmla="*/ 1664180996 h 390"/>
              <a:gd name="T4" fmla="*/ 465311803 w 256"/>
              <a:gd name="T5" fmla="*/ 523009775 h 390"/>
              <a:gd name="T6" fmla="*/ 465311803 w 256"/>
              <a:gd name="T7" fmla="*/ 0 h 390"/>
              <a:gd name="T8" fmla="*/ 465311803 w 256"/>
              <a:gd name="T9" fmla="*/ 142662841 h 390"/>
              <a:gd name="T10" fmla="*/ 465311803 w 256"/>
              <a:gd name="T11" fmla="*/ 142662841 h 390"/>
              <a:gd name="T12" fmla="*/ 1116644598 w 256"/>
              <a:gd name="T13" fmla="*/ 2147483647 h 390"/>
              <a:gd name="T14" fmla="*/ 1116644598 w 256"/>
              <a:gd name="T15" fmla="*/ 2147483647 h 390"/>
              <a:gd name="T16" fmla="*/ 1256225263 w 256"/>
              <a:gd name="T17" fmla="*/ 2147483647 h 390"/>
              <a:gd name="T18" fmla="*/ 930494125 w 256"/>
              <a:gd name="T19" fmla="*/ 2147483647 h 390"/>
              <a:gd name="T20" fmla="*/ 790913460 w 256"/>
              <a:gd name="T21" fmla="*/ 2147483647 h 390"/>
              <a:gd name="T22" fmla="*/ 930494125 w 256"/>
              <a:gd name="T23" fmla="*/ 2147483647 h 390"/>
              <a:gd name="T24" fmla="*/ 930494125 w 256"/>
              <a:gd name="T25" fmla="*/ 2147483647 h 390"/>
              <a:gd name="T26" fmla="*/ 930494125 w 256"/>
              <a:gd name="T27" fmla="*/ 2147483647 h 390"/>
              <a:gd name="T28" fmla="*/ 1535386232 w 256"/>
              <a:gd name="T29" fmla="*/ 2147483647 h 390"/>
              <a:gd name="T30" fmla="*/ 2147483647 w 256"/>
              <a:gd name="T31" fmla="*/ 2147483647 h 390"/>
              <a:gd name="T32" fmla="*/ 2147483647 w 256"/>
              <a:gd name="T33" fmla="*/ 2147483647 h 390"/>
              <a:gd name="T34" fmla="*/ 2147483647 w 256"/>
              <a:gd name="T35" fmla="*/ 2147483647 h 390"/>
              <a:gd name="T36" fmla="*/ 2147483647 w 256"/>
              <a:gd name="T37" fmla="*/ 2147483647 h 390"/>
              <a:gd name="T38" fmla="*/ 2147483647 w 256"/>
              <a:gd name="T39" fmla="*/ 2147483647 h 390"/>
              <a:gd name="T40" fmla="*/ 2147483647 w 256"/>
              <a:gd name="T41" fmla="*/ 2147483647 h 390"/>
              <a:gd name="T42" fmla="*/ 2147483647 w 256"/>
              <a:gd name="T43" fmla="*/ 2147483647 h 390"/>
              <a:gd name="T44" fmla="*/ 2147483647 w 256"/>
              <a:gd name="T45" fmla="*/ 2147483647 h 390"/>
              <a:gd name="T46" fmla="*/ 2147483647 w 256"/>
              <a:gd name="T47" fmla="*/ 2147483647 h 390"/>
              <a:gd name="T48" fmla="*/ 2147483647 w 256"/>
              <a:gd name="T49" fmla="*/ 2147483647 h 390"/>
              <a:gd name="T50" fmla="*/ 2147483647 w 256"/>
              <a:gd name="T51" fmla="*/ 2147483647 h 390"/>
              <a:gd name="T52" fmla="*/ 2147483647 w 256"/>
              <a:gd name="T53" fmla="*/ 2147483647 h 390"/>
              <a:gd name="T54" fmla="*/ 2147483647 w 256"/>
              <a:gd name="T55" fmla="*/ 2147483647 h 390"/>
              <a:gd name="T56" fmla="*/ 1535386232 w 256"/>
              <a:gd name="T57" fmla="*/ 2147483647 h 390"/>
              <a:gd name="T58" fmla="*/ 790913460 w 256"/>
              <a:gd name="T59" fmla="*/ 2147483647 h 390"/>
              <a:gd name="T60" fmla="*/ 325731138 w 256"/>
              <a:gd name="T61" fmla="*/ 2147483647 h 390"/>
              <a:gd name="T62" fmla="*/ 0 w 256"/>
              <a:gd name="T63" fmla="*/ 2147483647 h 390"/>
              <a:gd name="T64" fmla="*/ 325731138 w 256"/>
              <a:gd name="T65" fmla="*/ 2147483647 h 390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56"/>
              <a:gd name="T100" fmla="*/ 0 h 390"/>
              <a:gd name="T101" fmla="*/ 256 w 256"/>
              <a:gd name="T102" fmla="*/ 390 h 390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56" h="390" extrusionOk="0">
                <a:moveTo>
                  <a:pt x="24" y="58"/>
                </a:moveTo>
                <a:cubicBezTo>
                  <a:pt x="19" y="50"/>
                  <a:pt x="18" y="43"/>
                  <a:pt x="14" y="35"/>
                </a:cubicBezTo>
                <a:cubicBezTo>
                  <a:pt x="9" y="23"/>
                  <a:pt x="10" y="22"/>
                  <a:pt x="10" y="11"/>
                </a:cubicBezTo>
                <a:cubicBezTo>
                  <a:pt x="4" y="11"/>
                  <a:pt x="4" y="8"/>
                  <a:pt x="10" y="0"/>
                </a:cubicBezTo>
                <a:cubicBezTo>
                  <a:pt x="10" y="3"/>
                  <a:pt x="8" y="-5"/>
                  <a:pt x="10" y="3"/>
                </a:cubicBezTo>
                <a:cubicBezTo>
                  <a:pt x="11" y="6"/>
                  <a:pt x="9" y="0"/>
                  <a:pt x="10" y="3"/>
                </a:cubicBezTo>
                <a:cubicBezTo>
                  <a:pt x="15" y="18"/>
                  <a:pt x="19" y="32"/>
                  <a:pt x="24" y="48"/>
                </a:cubicBezTo>
                <a:cubicBezTo>
                  <a:pt x="30" y="68"/>
                  <a:pt x="25" y="86"/>
                  <a:pt x="24" y="106"/>
                </a:cubicBezTo>
                <a:cubicBezTo>
                  <a:pt x="22" y="132"/>
                  <a:pt x="28" y="159"/>
                  <a:pt x="27" y="185"/>
                </a:cubicBezTo>
                <a:cubicBezTo>
                  <a:pt x="27" y="200"/>
                  <a:pt x="20" y="215"/>
                  <a:pt x="20" y="230"/>
                </a:cubicBezTo>
                <a:cubicBezTo>
                  <a:pt x="20" y="234"/>
                  <a:pt x="16" y="252"/>
                  <a:pt x="17" y="254"/>
                </a:cubicBezTo>
                <a:cubicBezTo>
                  <a:pt x="20" y="267"/>
                  <a:pt x="20" y="254"/>
                  <a:pt x="20" y="265"/>
                </a:cubicBezTo>
                <a:cubicBezTo>
                  <a:pt x="20" y="262"/>
                  <a:pt x="19" y="265"/>
                  <a:pt x="20" y="262"/>
                </a:cubicBezTo>
                <a:cubicBezTo>
                  <a:pt x="21" y="259"/>
                  <a:pt x="17" y="262"/>
                  <a:pt x="20" y="260"/>
                </a:cubicBezTo>
                <a:cubicBezTo>
                  <a:pt x="25" y="256"/>
                  <a:pt x="28" y="256"/>
                  <a:pt x="33" y="249"/>
                </a:cubicBezTo>
                <a:cubicBezTo>
                  <a:pt x="40" y="238"/>
                  <a:pt x="47" y="226"/>
                  <a:pt x="53" y="215"/>
                </a:cubicBezTo>
                <a:cubicBezTo>
                  <a:pt x="61" y="201"/>
                  <a:pt x="70" y="182"/>
                  <a:pt x="83" y="172"/>
                </a:cubicBezTo>
                <a:cubicBezTo>
                  <a:pt x="100" y="158"/>
                  <a:pt x="118" y="143"/>
                  <a:pt x="136" y="130"/>
                </a:cubicBezTo>
                <a:cubicBezTo>
                  <a:pt x="148" y="121"/>
                  <a:pt x="157" y="116"/>
                  <a:pt x="172" y="114"/>
                </a:cubicBezTo>
                <a:cubicBezTo>
                  <a:pt x="179" y="113"/>
                  <a:pt x="206" y="116"/>
                  <a:pt x="212" y="119"/>
                </a:cubicBezTo>
                <a:cubicBezTo>
                  <a:pt x="225" y="126"/>
                  <a:pt x="236" y="140"/>
                  <a:pt x="242" y="154"/>
                </a:cubicBezTo>
                <a:cubicBezTo>
                  <a:pt x="249" y="170"/>
                  <a:pt x="249" y="187"/>
                  <a:pt x="252" y="204"/>
                </a:cubicBezTo>
                <a:cubicBezTo>
                  <a:pt x="255" y="219"/>
                  <a:pt x="253" y="229"/>
                  <a:pt x="252" y="244"/>
                </a:cubicBezTo>
                <a:cubicBezTo>
                  <a:pt x="251" y="254"/>
                  <a:pt x="250" y="252"/>
                  <a:pt x="248" y="260"/>
                </a:cubicBezTo>
                <a:cubicBezTo>
                  <a:pt x="245" y="269"/>
                  <a:pt x="243" y="268"/>
                  <a:pt x="239" y="275"/>
                </a:cubicBezTo>
                <a:cubicBezTo>
                  <a:pt x="230" y="290"/>
                  <a:pt x="222" y="296"/>
                  <a:pt x="205" y="302"/>
                </a:cubicBezTo>
                <a:cubicBezTo>
                  <a:pt x="179" y="312"/>
                  <a:pt x="154" y="322"/>
                  <a:pt x="129" y="334"/>
                </a:cubicBezTo>
                <a:cubicBezTo>
                  <a:pt x="106" y="345"/>
                  <a:pt x="85" y="359"/>
                  <a:pt x="63" y="371"/>
                </a:cubicBezTo>
                <a:cubicBezTo>
                  <a:pt x="53" y="377"/>
                  <a:pt x="41" y="383"/>
                  <a:pt x="33" y="389"/>
                </a:cubicBezTo>
                <a:cubicBezTo>
                  <a:pt x="29" y="385"/>
                  <a:pt x="19" y="379"/>
                  <a:pt x="17" y="373"/>
                </a:cubicBezTo>
                <a:cubicBezTo>
                  <a:pt x="13" y="363"/>
                  <a:pt x="13" y="349"/>
                  <a:pt x="7" y="339"/>
                </a:cubicBezTo>
                <a:cubicBezTo>
                  <a:pt x="5" y="335"/>
                  <a:pt x="5" y="330"/>
                  <a:pt x="0" y="328"/>
                </a:cubicBezTo>
                <a:cubicBezTo>
                  <a:pt x="-6" y="326"/>
                  <a:pt x="4" y="333"/>
                  <a:pt x="7" y="339"/>
                </a:cubicBez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Ink 13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527300" y="3186113"/>
            <a:ext cx="111125" cy="95250"/>
          </a:xfrm>
          <a:custGeom>
            <a:avLst/>
            <a:gdLst>
              <a:gd name="T0" fmla="*/ 2147483647 w 308"/>
              <a:gd name="T1" fmla="*/ 2147483647 h 266"/>
              <a:gd name="T2" fmla="*/ 2147483647 w 308"/>
              <a:gd name="T3" fmla="*/ 2147483647 h 266"/>
              <a:gd name="T4" fmla="*/ 2147483647 w 308"/>
              <a:gd name="T5" fmla="*/ 2147483647 h 266"/>
              <a:gd name="T6" fmla="*/ 281825267 w 308"/>
              <a:gd name="T7" fmla="*/ 2147483647 h 266"/>
              <a:gd name="T8" fmla="*/ 1080178656 w 308"/>
              <a:gd name="T9" fmla="*/ 2147483647 h 266"/>
              <a:gd name="T10" fmla="*/ 2147483647 w 308"/>
              <a:gd name="T11" fmla="*/ 2147483647 h 266"/>
              <a:gd name="T12" fmla="*/ 2147483647 w 308"/>
              <a:gd name="T13" fmla="*/ 2147483647 h 266"/>
              <a:gd name="T14" fmla="*/ 2147483647 w 308"/>
              <a:gd name="T15" fmla="*/ 2147483647 h 266"/>
              <a:gd name="T16" fmla="*/ 1549844139 w 308"/>
              <a:gd name="T17" fmla="*/ 2147483647 h 266"/>
              <a:gd name="T18" fmla="*/ 0 w 308"/>
              <a:gd name="T19" fmla="*/ 2147483647 h 266"/>
              <a:gd name="T20" fmla="*/ 2147483647 w 308"/>
              <a:gd name="T21" fmla="*/ 2147483647 h 266"/>
              <a:gd name="T22" fmla="*/ 2147483647 w 308"/>
              <a:gd name="T23" fmla="*/ 2147483647 h 266"/>
              <a:gd name="T24" fmla="*/ 2147483647 w 308"/>
              <a:gd name="T25" fmla="*/ 2147483647 h 266"/>
              <a:gd name="T26" fmla="*/ 2147483647 w 308"/>
              <a:gd name="T27" fmla="*/ 2147483647 h 266"/>
              <a:gd name="T28" fmla="*/ 2147483647 w 308"/>
              <a:gd name="T29" fmla="*/ 2147483647 h 266"/>
              <a:gd name="T30" fmla="*/ 140847690 w 308"/>
              <a:gd name="T31" fmla="*/ 2147483647 h 266"/>
              <a:gd name="T32" fmla="*/ 2147483647 w 308"/>
              <a:gd name="T33" fmla="*/ 2147483647 h 266"/>
              <a:gd name="T34" fmla="*/ 2147483647 w 308"/>
              <a:gd name="T35" fmla="*/ 2147483647 h 266"/>
              <a:gd name="T36" fmla="*/ 2147483647 w 308"/>
              <a:gd name="T37" fmla="*/ 2147483647 h 266"/>
              <a:gd name="T38" fmla="*/ 2147483647 w 308"/>
              <a:gd name="T39" fmla="*/ 2147483647 h 266"/>
              <a:gd name="T40" fmla="*/ 2147483647 w 308"/>
              <a:gd name="T41" fmla="*/ 2147483647 h 266"/>
              <a:gd name="T42" fmla="*/ 2147483647 w 308"/>
              <a:gd name="T43" fmla="*/ 1698829585 h 266"/>
              <a:gd name="T44" fmla="*/ 2147483647 w 308"/>
              <a:gd name="T45" fmla="*/ 1101950473 h 266"/>
              <a:gd name="T46" fmla="*/ 2147483647 w 308"/>
              <a:gd name="T47" fmla="*/ 2147483647 h 266"/>
              <a:gd name="T48" fmla="*/ 2147483647 w 308"/>
              <a:gd name="T49" fmla="*/ 2147483647 h 266"/>
              <a:gd name="T50" fmla="*/ 2147483647 w 308"/>
              <a:gd name="T51" fmla="*/ 2147483647 h 266"/>
              <a:gd name="T52" fmla="*/ 2147483647 w 308"/>
              <a:gd name="T53" fmla="*/ 2147483647 h 266"/>
              <a:gd name="T54" fmla="*/ 2147483647 w 308"/>
              <a:gd name="T55" fmla="*/ 2147483647 h 266"/>
              <a:gd name="T56" fmla="*/ 2147483647 w 308"/>
              <a:gd name="T57" fmla="*/ 2147483647 h 266"/>
              <a:gd name="T58" fmla="*/ 2147483647 w 308"/>
              <a:gd name="T59" fmla="*/ 2147483647 h 266"/>
              <a:gd name="T60" fmla="*/ 2147483647 w 308"/>
              <a:gd name="T61" fmla="*/ 2147483647 h 266"/>
              <a:gd name="T62" fmla="*/ 2147483647 w 308"/>
              <a:gd name="T63" fmla="*/ 2147483647 h 266"/>
              <a:gd name="T64" fmla="*/ 2147483647 w 308"/>
              <a:gd name="T65" fmla="*/ 2147483647 h 266"/>
              <a:gd name="T66" fmla="*/ 2147483647 w 308"/>
              <a:gd name="T67" fmla="*/ 2147483647 h 266"/>
              <a:gd name="T68" fmla="*/ 2147483647 w 308"/>
              <a:gd name="T69" fmla="*/ 2147483647 h 266"/>
              <a:gd name="T70" fmla="*/ 2147483647 w 308"/>
              <a:gd name="T71" fmla="*/ 642783166 h 266"/>
              <a:gd name="T72" fmla="*/ 2147483647 w 308"/>
              <a:gd name="T73" fmla="*/ 275423611 h 266"/>
              <a:gd name="T74" fmla="*/ 2147483647 w 308"/>
              <a:gd name="T75" fmla="*/ 2147483647 h 266"/>
              <a:gd name="T76" fmla="*/ 2147483647 w 308"/>
              <a:gd name="T77" fmla="*/ 2147483647 h 266"/>
              <a:gd name="T78" fmla="*/ 2147483647 w 308"/>
              <a:gd name="T79" fmla="*/ 2147483647 h 266"/>
              <a:gd name="T80" fmla="*/ 2147483647 w 308"/>
              <a:gd name="T81" fmla="*/ 1239662278 h 266"/>
              <a:gd name="T82" fmla="*/ 2147483647 w 308"/>
              <a:gd name="T83" fmla="*/ 2147483647 h 266"/>
              <a:gd name="T84" fmla="*/ 2147483647 w 308"/>
              <a:gd name="T85" fmla="*/ 2147483647 h 266"/>
              <a:gd name="T86" fmla="*/ 2147483647 w 308"/>
              <a:gd name="T87" fmla="*/ 2147483647 h 266"/>
              <a:gd name="T88" fmla="*/ 2147483647 w 308"/>
              <a:gd name="T89" fmla="*/ 2147483647 h 266"/>
              <a:gd name="T90" fmla="*/ 2147483647 w 308"/>
              <a:gd name="T91" fmla="*/ 2147483647 h 266"/>
              <a:gd name="T92" fmla="*/ 2147483647 w 308"/>
              <a:gd name="T93" fmla="*/ 2147483647 h 266"/>
              <a:gd name="T94" fmla="*/ 2147483647 w 308"/>
              <a:gd name="T95" fmla="*/ 2147483647 h 266"/>
              <a:gd name="T96" fmla="*/ 2147483647 w 308"/>
              <a:gd name="T97" fmla="*/ 2147483647 h 266"/>
              <a:gd name="T98" fmla="*/ 2147483647 w 308"/>
              <a:gd name="T99" fmla="*/ 2147483647 h 266"/>
              <a:gd name="T100" fmla="*/ 2147483647 w 308"/>
              <a:gd name="T101" fmla="*/ 2147483647 h 266"/>
              <a:gd name="T102" fmla="*/ 2147483647 w 308"/>
              <a:gd name="T103" fmla="*/ 2147483647 h 26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08"/>
              <a:gd name="T157" fmla="*/ 0 h 266"/>
              <a:gd name="T158" fmla="*/ 308 w 308"/>
              <a:gd name="T159" fmla="*/ 266 h 26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08" h="266" extrusionOk="0">
                <a:moveTo>
                  <a:pt x="135" y="183"/>
                </a:moveTo>
                <a:cubicBezTo>
                  <a:pt x="134" y="177"/>
                  <a:pt x="134" y="173"/>
                  <a:pt x="132" y="170"/>
                </a:cubicBezTo>
                <a:cubicBezTo>
                  <a:pt x="129" y="166"/>
                  <a:pt x="127" y="162"/>
                  <a:pt x="122" y="159"/>
                </a:cubicBezTo>
                <a:cubicBezTo>
                  <a:pt x="120" y="158"/>
                  <a:pt x="112" y="156"/>
                  <a:pt x="112" y="156"/>
                </a:cubicBezTo>
                <a:cubicBezTo>
                  <a:pt x="102" y="158"/>
                  <a:pt x="94" y="161"/>
                  <a:pt x="86" y="164"/>
                </a:cubicBezTo>
                <a:cubicBezTo>
                  <a:pt x="73" y="169"/>
                  <a:pt x="63" y="173"/>
                  <a:pt x="53" y="180"/>
                </a:cubicBezTo>
                <a:cubicBezTo>
                  <a:pt x="45" y="186"/>
                  <a:pt x="30" y="186"/>
                  <a:pt x="23" y="193"/>
                </a:cubicBezTo>
                <a:cubicBezTo>
                  <a:pt x="18" y="198"/>
                  <a:pt x="8" y="215"/>
                  <a:pt x="6" y="223"/>
                </a:cubicBezTo>
                <a:cubicBezTo>
                  <a:pt x="6" y="230"/>
                  <a:pt x="6" y="232"/>
                  <a:pt x="6" y="236"/>
                </a:cubicBezTo>
                <a:cubicBezTo>
                  <a:pt x="12" y="245"/>
                  <a:pt x="14" y="247"/>
                  <a:pt x="23" y="254"/>
                </a:cubicBezTo>
                <a:cubicBezTo>
                  <a:pt x="33" y="261"/>
                  <a:pt x="43" y="267"/>
                  <a:pt x="59" y="265"/>
                </a:cubicBezTo>
                <a:cubicBezTo>
                  <a:pt x="79" y="263"/>
                  <a:pt x="105" y="253"/>
                  <a:pt x="122" y="244"/>
                </a:cubicBezTo>
                <a:cubicBezTo>
                  <a:pt x="142" y="234"/>
                  <a:pt x="163" y="220"/>
                  <a:pt x="175" y="201"/>
                </a:cubicBezTo>
                <a:cubicBezTo>
                  <a:pt x="182" y="190"/>
                  <a:pt x="180" y="189"/>
                  <a:pt x="178" y="178"/>
                </a:cubicBezTo>
                <a:cubicBezTo>
                  <a:pt x="172" y="169"/>
                  <a:pt x="167" y="161"/>
                  <a:pt x="158" y="154"/>
                </a:cubicBezTo>
                <a:cubicBezTo>
                  <a:pt x="152" y="149"/>
                  <a:pt x="143" y="146"/>
                  <a:pt x="135" y="146"/>
                </a:cubicBezTo>
                <a:cubicBezTo>
                  <a:pt x="119" y="146"/>
                  <a:pt x="103" y="154"/>
                  <a:pt x="89" y="162"/>
                </a:cubicBezTo>
                <a:cubicBezTo>
                  <a:pt x="73" y="171"/>
                  <a:pt x="47" y="174"/>
                  <a:pt x="33" y="186"/>
                </a:cubicBezTo>
                <a:cubicBezTo>
                  <a:pt x="23" y="194"/>
                  <a:pt x="11" y="213"/>
                  <a:pt x="6" y="223"/>
                </a:cubicBezTo>
                <a:cubicBezTo>
                  <a:pt x="3" y="229"/>
                  <a:pt x="2" y="235"/>
                  <a:pt x="0" y="241"/>
                </a:cubicBezTo>
                <a:cubicBezTo>
                  <a:pt x="7" y="244"/>
                  <a:pt x="-12" y="253"/>
                  <a:pt x="6" y="246"/>
                </a:cubicBezTo>
                <a:cubicBezTo>
                  <a:pt x="26" y="238"/>
                  <a:pt x="45" y="213"/>
                  <a:pt x="63" y="201"/>
                </a:cubicBezTo>
                <a:cubicBezTo>
                  <a:pt x="89" y="183"/>
                  <a:pt x="116" y="167"/>
                  <a:pt x="139" y="146"/>
                </a:cubicBezTo>
                <a:cubicBezTo>
                  <a:pt x="150" y="136"/>
                  <a:pt x="163" y="123"/>
                  <a:pt x="172" y="111"/>
                </a:cubicBezTo>
                <a:cubicBezTo>
                  <a:pt x="177" y="104"/>
                  <a:pt x="181" y="101"/>
                  <a:pt x="182" y="101"/>
                </a:cubicBezTo>
                <a:cubicBezTo>
                  <a:pt x="187" y="100"/>
                  <a:pt x="188" y="101"/>
                  <a:pt x="195" y="103"/>
                </a:cubicBezTo>
                <a:cubicBezTo>
                  <a:pt x="201" y="115"/>
                  <a:pt x="206" y="128"/>
                  <a:pt x="211" y="141"/>
                </a:cubicBezTo>
                <a:cubicBezTo>
                  <a:pt x="218" y="160"/>
                  <a:pt x="208" y="167"/>
                  <a:pt x="195" y="180"/>
                </a:cubicBezTo>
                <a:cubicBezTo>
                  <a:pt x="176" y="199"/>
                  <a:pt x="150" y="215"/>
                  <a:pt x="125" y="225"/>
                </a:cubicBezTo>
                <a:cubicBezTo>
                  <a:pt x="102" y="233"/>
                  <a:pt x="72" y="238"/>
                  <a:pt x="49" y="233"/>
                </a:cubicBezTo>
                <a:cubicBezTo>
                  <a:pt x="32" y="229"/>
                  <a:pt x="19" y="222"/>
                  <a:pt x="10" y="207"/>
                </a:cubicBezTo>
                <a:cubicBezTo>
                  <a:pt x="2" y="204"/>
                  <a:pt x="0" y="201"/>
                  <a:pt x="3" y="193"/>
                </a:cubicBezTo>
                <a:cubicBezTo>
                  <a:pt x="8" y="182"/>
                  <a:pt x="14" y="166"/>
                  <a:pt x="23" y="156"/>
                </a:cubicBezTo>
                <a:cubicBezTo>
                  <a:pt x="41" y="138"/>
                  <a:pt x="69" y="122"/>
                  <a:pt x="92" y="111"/>
                </a:cubicBezTo>
                <a:cubicBezTo>
                  <a:pt x="118" y="99"/>
                  <a:pt x="148" y="89"/>
                  <a:pt x="175" y="80"/>
                </a:cubicBezTo>
                <a:cubicBezTo>
                  <a:pt x="187" y="76"/>
                  <a:pt x="200" y="75"/>
                  <a:pt x="211" y="72"/>
                </a:cubicBezTo>
                <a:cubicBezTo>
                  <a:pt x="215" y="72"/>
                  <a:pt x="216" y="72"/>
                  <a:pt x="218" y="69"/>
                </a:cubicBezTo>
                <a:cubicBezTo>
                  <a:pt x="218" y="77"/>
                  <a:pt x="218" y="92"/>
                  <a:pt x="215" y="103"/>
                </a:cubicBezTo>
                <a:cubicBezTo>
                  <a:pt x="211" y="120"/>
                  <a:pt x="197" y="145"/>
                  <a:pt x="185" y="159"/>
                </a:cubicBezTo>
                <a:cubicBezTo>
                  <a:pt x="178" y="167"/>
                  <a:pt x="162" y="181"/>
                  <a:pt x="152" y="186"/>
                </a:cubicBezTo>
                <a:cubicBezTo>
                  <a:pt x="146" y="189"/>
                  <a:pt x="139" y="188"/>
                  <a:pt x="132" y="188"/>
                </a:cubicBezTo>
                <a:cubicBezTo>
                  <a:pt x="122" y="177"/>
                  <a:pt x="114" y="167"/>
                  <a:pt x="112" y="151"/>
                </a:cubicBezTo>
                <a:cubicBezTo>
                  <a:pt x="109" y="132"/>
                  <a:pt x="108" y="103"/>
                  <a:pt x="115" y="85"/>
                </a:cubicBezTo>
                <a:cubicBezTo>
                  <a:pt x="120" y="71"/>
                  <a:pt x="138" y="47"/>
                  <a:pt x="149" y="37"/>
                </a:cubicBezTo>
                <a:cubicBezTo>
                  <a:pt x="162" y="26"/>
                  <a:pt x="174" y="22"/>
                  <a:pt x="191" y="21"/>
                </a:cubicBezTo>
                <a:cubicBezTo>
                  <a:pt x="206" y="21"/>
                  <a:pt x="220" y="20"/>
                  <a:pt x="234" y="24"/>
                </a:cubicBezTo>
                <a:cubicBezTo>
                  <a:pt x="246" y="27"/>
                  <a:pt x="257" y="37"/>
                  <a:pt x="264" y="48"/>
                </a:cubicBezTo>
                <a:cubicBezTo>
                  <a:pt x="277" y="69"/>
                  <a:pt x="267" y="84"/>
                  <a:pt x="254" y="103"/>
                </a:cubicBezTo>
                <a:cubicBezTo>
                  <a:pt x="244" y="117"/>
                  <a:pt x="234" y="122"/>
                  <a:pt x="218" y="127"/>
                </a:cubicBezTo>
                <a:cubicBezTo>
                  <a:pt x="202" y="132"/>
                  <a:pt x="197" y="133"/>
                  <a:pt x="182" y="130"/>
                </a:cubicBezTo>
                <a:cubicBezTo>
                  <a:pt x="171" y="124"/>
                  <a:pt x="170" y="124"/>
                  <a:pt x="162" y="114"/>
                </a:cubicBezTo>
                <a:cubicBezTo>
                  <a:pt x="165" y="102"/>
                  <a:pt x="170" y="96"/>
                  <a:pt x="175" y="90"/>
                </a:cubicBezTo>
                <a:cubicBezTo>
                  <a:pt x="186" y="76"/>
                  <a:pt x="199" y="80"/>
                  <a:pt x="215" y="77"/>
                </a:cubicBezTo>
                <a:cubicBezTo>
                  <a:pt x="231" y="74"/>
                  <a:pt x="238" y="70"/>
                  <a:pt x="254" y="72"/>
                </a:cubicBezTo>
                <a:cubicBezTo>
                  <a:pt x="269" y="74"/>
                  <a:pt x="271" y="78"/>
                  <a:pt x="281" y="88"/>
                </a:cubicBezTo>
                <a:cubicBezTo>
                  <a:pt x="277" y="100"/>
                  <a:pt x="274" y="117"/>
                  <a:pt x="264" y="127"/>
                </a:cubicBezTo>
                <a:cubicBezTo>
                  <a:pt x="249" y="141"/>
                  <a:pt x="231" y="156"/>
                  <a:pt x="211" y="164"/>
                </a:cubicBezTo>
                <a:cubicBezTo>
                  <a:pt x="196" y="170"/>
                  <a:pt x="177" y="173"/>
                  <a:pt x="162" y="170"/>
                </a:cubicBezTo>
                <a:cubicBezTo>
                  <a:pt x="153" y="168"/>
                  <a:pt x="144" y="165"/>
                  <a:pt x="135" y="162"/>
                </a:cubicBezTo>
                <a:cubicBezTo>
                  <a:pt x="131" y="148"/>
                  <a:pt x="128" y="142"/>
                  <a:pt x="135" y="127"/>
                </a:cubicBezTo>
                <a:cubicBezTo>
                  <a:pt x="144" y="109"/>
                  <a:pt x="159" y="90"/>
                  <a:pt x="175" y="77"/>
                </a:cubicBezTo>
                <a:cubicBezTo>
                  <a:pt x="191" y="65"/>
                  <a:pt x="212" y="54"/>
                  <a:pt x="231" y="48"/>
                </a:cubicBezTo>
                <a:cubicBezTo>
                  <a:pt x="243" y="44"/>
                  <a:pt x="262" y="39"/>
                  <a:pt x="274" y="45"/>
                </a:cubicBezTo>
                <a:cubicBezTo>
                  <a:pt x="276" y="47"/>
                  <a:pt x="279" y="49"/>
                  <a:pt x="281" y="51"/>
                </a:cubicBezTo>
                <a:cubicBezTo>
                  <a:pt x="287" y="65"/>
                  <a:pt x="290" y="70"/>
                  <a:pt x="287" y="85"/>
                </a:cubicBezTo>
                <a:cubicBezTo>
                  <a:pt x="283" y="102"/>
                  <a:pt x="272" y="116"/>
                  <a:pt x="258" y="127"/>
                </a:cubicBezTo>
                <a:cubicBezTo>
                  <a:pt x="243" y="138"/>
                  <a:pt x="235" y="139"/>
                  <a:pt x="218" y="143"/>
                </a:cubicBezTo>
                <a:cubicBezTo>
                  <a:pt x="205" y="146"/>
                  <a:pt x="191" y="143"/>
                  <a:pt x="178" y="138"/>
                </a:cubicBezTo>
                <a:cubicBezTo>
                  <a:pt x="166" y="133"/>
                  <a:pt x="155" y="125"/>
                  <a:pt x="149" y="114"/>
                </a:cubicBezTo>
                <a:cubicBezTo>
                  <a:pt x="145" y="104"/>
                  <a:pt x="145" y="102"/>
                  <a:pt x="142" y="96"/>
                </a:cubicBezTo>
                <a:cubicBezTo>
                  <a:pt x="149" y="81"/>
                  <a:pt x="156" y="71"/>
                  <a:pt x="168" y="58"/>
                </a:cubicBezTo>
                <a:cubicBezTo>
                  <a:pt x="181" y="44"/>
                  <a:pt x="203" y="21"/>
                  <a:pt x="221" y="14"/>
                </a:cubicBezTo>
                <a:cubicBezTo>
                  <a:pt x="233" y="9"/>
                  <a:pt x="269" y="-2"/>
                  <a:pt x="281" y="0"/>
                </a:cubicBezTo>
                <a:cubicBezTo>
                  <a:pt x="291" y="2"/>
                  <a:pt x="294" y="5"/>
                  <a:pt x="304" y="6"/>
                </a:cubicBezTo>
                <a:cubicBezTo>
                  <a:pt x="306" y="19"/>
                  <a:pt x="311" y="34"/>
                  <a:pt x="304" y="48"/>
                </a:cubicBezTo>
                <a:cubicBezTo>
                  <a:pt x="294" y="67"/>
                  <a:pt x="274" y="92"/>
                  <a:pt x="258" y="106"/>
                </a:cubicBezTo>
                <a:cubicBezTo>
                  <a:pt x="240" y="121"/>
                  <a:pt x="211" y="140"/>
                  <a:pt x="188" y="146"/>
                </a:cubicBezTo>
                <a:cubicBezTo>
                  <a:pt x="167" y="151"/>
                  <a:pt x="141" y="157"/>
                  <a:pt x="119" y="156"/>
                </a:cubicBezTo>
                <a:cubicBezTo>
                  <a:pt x="109" y="154"/>
                  <a:pt x="106" y="153"/>
                  <a:pt x="99" y="154"/>
                </a:cubicBezTo>
                <a:cubicBezTo>
                  <a:pt x="97" y="135"/>
                  <a:pt x="101" y="123"/>
                  <a:pt x="112" y="106"/>
                </a:cubicBezTo>
                <a:cubicBezTo>
                  <a:pt x="124" y="87"/>
                  <a:pt x="140" y="72"/>
                  <a:pt x="158" y="58"/>
                </a:cubicBezTo>
                <a:cubicBezTo>
                  <a:pt x="173" y="46"/>
                  <a:pt x="187" y="34"/>
                  <a:pt x="205" y="27"/>
                </a:cubicBezTo>
                <a:cubicBezTo>
                  <a:pt x="219" y="21"/>
                  <a:pt x="216" y="25"/>
                  <a:pt x="228" y="29"/>
                </a:cubicBezTo>
                <a:cubicBezTo>
                  <a:pt x="250" y="48"/>
                  <a:pt x="265" y="63"/>
                  <a:pt x="258" y="96"/>
                </a:cubicBezTo>
                <a:cubicBezTo>
                  <a:pt x="254" y="116"/>
                  <a:pt x="236" y="133"/>
                  <a:pt x="221" y="146"/>
                </a:cubicBezTo>
                <a:cubicBezTo>
                  <a:pt x="202" y="162"/>
                  <a:pt x="182" y="168"/>
                  <a:pt x="158" y="172"/>
                </a:cubicBezTo>
                <a:cubicBezTo>
                  <a:pt x="139" y="175"/>
                  <a:pt x="118" y="174"/>
                  <a:pt x="99" y="170"/>
                </a:cubicBezTo>
                <a:cubicBezTo>
                  <a:pt x="87" y="168"/>
                  <a:pt x="89" y="164"/>
                  <a:pt x="82" y="156"/>
                </a:cubicBezTo>
                <a:cubicBezTo>
                  <a:pt x="87" y="141"/>
                  <a:pt x="88" y="130"/>
                  <a:pt x="102" y="119"/>
                </a:cubicBezTo>
                <a:cubicBezTo>
                  <a:pt x="121" y="104"/>
                  <a:pt x="144" y="95"/>
                  <a:pt x="165" y="85"/>
                </a:cubicBezTo>
                <a:cubicBezTo>
                  <a:pt x="185" y="76"/>
                  <a:pt x="207" y="65"/>
                  <a:pt x="228" y="58"/>
                </a:cubicBezTo>
                <a:cubicBezTo>
                  <a:pt x="239" y="54"/>
                  <a:pt x="252" y="54"/>
                  <a:pt x="261" y="61"/>
                </a:cubicBezTo>
                <a:cubicBezTo>
                  <a:pt x="262" y="63"/>
                  <a:pt x="263" y="64"/>
                  <a:pt x="264" y="66"/>
                </a:cubicBezTo>
                <a:cubicBezTo>
                  <a:pt x="264" y="78"/>
                  <a:pt x="266" y="91"/>
                  <a:pt x="261" y="103"/>
                </a:cubicBezTo>
                <a:cubicBezTo>
                  <a:pt x="254" y="121"/>
                  <a:pt x="237" y="138"/>
                  <a:pt x="221" y="148"/>
                </a:cubicBezTo>
                <a:cubicBezTo>
                  <a:pt x="202" y="160"/>
                  <a:pt x="179" y="162"/>
                  <a:pt x="158" y="162"/>
                </a:cubicBezTo>
                <a:cubicBezTo>
                  <a:pt x="144" y="162"/>
                  <a:pt x="124" y="161"/>
                  <a:pt x="112" y="151"/>
                </a:cubicBezTo>
                <a:cubicBezTo>
                  <a:pt x="110" y="148"/>
                  <a:pt x="108" y="146"/>
                  <a:pt x="106" y="143"/>
                </a:cubicBezTo>
                <a:cubicBezTo>
                  <a:pt x="112" y="130"/>
                  <a:pt x="116" y="117"/>
                  <a:pt x="129" y="106"/>
                </a:cubicBezTo>
                <a:cubicBezTo>
                  <a:pt x="146" y="92"/>
                  <a:pt x="165" y="88"/>
                  <a:pt x="185" y="85"/>
                </a:cubicBezTo>
                <a:cubicBezTo>
                  <a:pt x="201" y="83"/>
                  <a:pt x="211" y="80"/>
                  <a:pt x="225" y="88"/>
                </a:cubicBezTo>
                <a:cubicBezTo>
                  <a:pt x="232" y="92"/>
                  <a:pt x="236" y="95"/>
                  <a:pt x="238" y="103"/>
                </a:cubicBezTo>
                <a:cubicBezTo>
                  <a:pt x="239" y="108"/>
                  <a:pt x="240" y="109"/>
                  <a:pt x="241" y="114"/>
                </a:cubicBezTo>
                <a:cubicBezTo>
                  <a:pt x="241" y="115"/>
                  <a:pt x="241" y="116"/>
                  <a:pt x="241" y="117"/>
                </a:cubicBez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Ink 14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466975" y="4562475"/>
            <a:ext cx="122238" cy="82550"/>
          </a:xfrm>
          <a:custGeom>
            <a:avLst/>
            <a:gdLst>
              <a:gd name="T0" fmla="*/ 2147483647 w 338"/>
              <a:gd name="T1" fmla="*/ 1639529876 h 229"/>
              <a:gd name="T2" fmla="*/ 2147483647 w 338"/>
              <a:gd name="T3" fmla="*/ 1498928120 h 229"/>
              <a:gd name="T4" fmla="*/ 2147483647 w 338"/>
              <a:gd name="T5" fmla="*/ 1733220881 h 229"/>
              <a:gd name="T6" fmla="*/ 2147483647 w 338"/>
              <a:gd name="T7" fmla="*/ 983691755 h 229"/>
              <a:gd name="T8" fmla="*/ 2147483647 w 338"/>
              <a:gd name="T9" fmla="*/ 655837761 h 229"/>
              <a:gd name="T10" fmla="*/ 2147483647 w 338"/>
              <a:gd name="T11" fmla="*/ 0 h 229"/>
              <a:gd name="T12" fmla="*/ 2147483647 w 338"/>
              <a:gd name="T13" fmla="*/ 140471622 h 229"/>
              <a:gd name="T14" fmla="*/ 2147483647 w 338"/>
              <a:gd name="T15" fmla="*/ 890000749 h 229"/>
              <a:gd name="T16" fmla="*/ 2147483647 w 338"/>
              <a:gd name="T17" fmla="*/ 1358456498 h 229"/>
              <a:gd name="T18" fmla="*/ 1892027973 w 338"/>
              <a:gd name="T19" fmla="*/ 2147483647 h 229"/>
              <a:gd name="T20" fmla="*/ 614850269 w 338"/>
              <a:gd name="T21" fmla="*/ 2147483647 h 229"/>
              <a:gd name="T22" fmla="*/ 0 w 338"/>
              <a:gd name="T23" fmla="*/ 2147483647 h 229"/>
              <a:gd name="T24" fmla="*/ 141908553 w 338"/>
              <a:gd name="T25" fmla="*/ 2147483647 h 229"/>
              <a:gd name="T26" fmla="*/ 1229831093 w 338"/>
              <a:gd name="T27" fmla="*/ 2147483647 h 229"/>
              <a:gd name="T28" fmla="*/ 2147483647 w 338"/>
              <a:gd name="T29" fmla="*/ 2147483647 h 229"/>
              <a:gd name="T30" fmla="*/ 2147483647 w 338"/>
              <a:gd name="T31" fmla="*/ 2147483647 h 229"/>
              <a:gd name="T32" fmla="*/ 2147483647 w 338"/>
              <a:gd name="T33" fmla="*/ 2147483647 h 229"/>
              <a:gd name="T34" fmla="*/ 2147483647 w 338"/>
              <a:gd name="T35" fmla="*/ 2147483647 h 229"/>
              <a:gd name="T36" fmla="*/ 2147483647 w 338"/>
              <a:gd name="T37" fmla="*/ 2147483647 h 229"/>
              <a:gd name="T38" fmla="*/ 2147483647 w 338"/>
              <a:gd name="T39" fmla="*/ 2147483647 h 229"/>
              <a:gd name="T40" fmla="*/ 2147483647 w 338"/>
              <a:gd name="T41" fmla="*/ 2147483647 h 229"/>
              <a:gd name="T42" fmla="*/ 2147483647 w 338"/>
              <a:gd name="T43" fmla="*/ 2147483647 h 229"/>
              <a:gd name="T44" fmla="*/ 2147483647 w 338"/>
              <a:gd name="T45" fmla="*/ 2147483647 h 229"/>
              <a:gd name="T46" fmla="*/ 2147483647 w 338"/>
              <a:gd name="T47" fmla="*/ 2147483647 h 229"/>
              <a:gd name="T48" fmla="*/ 2147483647 w 338"/>
              <a:gd name="T49" fmla="*/ 2147483647 h 229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338"/>
              <a:gd name="T76" fmla="*/ 0 h 229"/>
              <a:gd name="T77" fmla="*/ 338 w 338"/>
              <a:gd name="T78" fmla="*/ 229 h 229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338" h="229" extrusionOk="0">
                <a:moveTo>
                  <a:pt x="195" y="35"/>
                </a:moveTo>
                <a:cubicBezTo>
                  <a:pt x="199" y="33"/>
                  <a:pt x="202" y="28"/>
                  <a:pt x="202" y="32"/>
                </a:cubicBezTo>
                <a:cubicBezTo>
                  <a:pt x="202" y="35"/>
                  <a:pt x="202" y="37"/>
                  <a:pt x="198" y="37"/>
                </a:cubicBezTo>
                <a:cubicBezTo>
                  <a:pt x="197" y="30"/>
                  <a:pt x="201" y="30"/>
                  <a:pt x="195" y="21"/>
                </a:cubicBezTo>
                <a:cubicBezTo>
                  <a:pt x="189" y="12"/>
                  <a:pt x="183" y="18"/>
                  <a:pt x="175" y="14"/>
                </a:cubicBezTo>
                <a:cubicBezTo>
                  <a:pt x="168" y="10"/>
                  <a:pt x="162" y="2"/>
                  <a:pt x="152" y="0"/>
                </a:cubicBezTo>
                <a:cubicBezTo>
                  <a:pt x="142" y="-2"/>
                  <a:pt x="131" y="0"/>
                  <a:pt x="122" y="3"/>
                </a:cubicBezTo>
                <a:cubicBezTo>
                  <a:pt x="111" y="6"/>
                  <a:pt x="105" y="15"/>
                  <a:pt x="93" y="19"/>
                </a:cubicBezTo>
                <a:cubicBezTo>
                  <a:pt x="84" y="22"/>
                  <a:pt x="78" y="23"/>
                  <a:pt x="69" y="29"/>
                </a:cubicBezTo>
                <a:cubicBezTo>
                  <a:pt x="58" y="36"/>
                  <a:pt x="49" y="44"/>
                  <a:pt x="40" y="53"/>
                </a:cubicBezTo>
                <a:cubicBezTo>
                  <a:pt x="25" y="68"/>
                  <a:pt x="21" y="87"/>
                  <a:pt x="13" y="106"/>
                </a:cubicBezTo>
                <a:cubicBezTo>
                  <a:pt x="8" y="118"/>
                  <a:pt x="2" y="135"/>
                  <a:pt x="0" y="148"/>
                </a:cubicBezTo>
                <a:cubicBezTo>
                  <a:pt x="-1" y="156"/>
                  <a:pt x="-1" y="176"/>
                  <a:pt x="3" y="183"/>
                </a:cubicBezTo>
                <a:cubicBezTo>
                  <a:pt x="9" y="194"/>
                  <a:pt x="13" y="198"/>
                  <a:pt x="26" y="204"/>
                </a:cubicBezTo>
                <a:cubicBezTo>
                  <a:pt x="43" y="212"/>
                  <a:pt x="58" y="220"/>
                  <a:pt x="76" y="225"/>
                </a:cubicBezTo>
                <a:cubicBezTo>
                  <a:pt x="97" y="231"/>
                  <a:pt x="120" y="226"/>
                  <a:pt x="142" y="225"/>
                </a:cubicBezTo>
                <a:cubicBezTo>
                  <a:pt x="167" y="223"/>
                  <a:pt x="193" y="219"/>
                  <a:pt x="218" y="217"/>
                </a:cubicBezTo>
                <a:cubicBezTo>
                  <a:pt x="234" y="215"/>
                  <a:pt x="250" y="212"/>
                  <a:pt x="265" y="209"/>
                </a:cubicBezTo>
                <a:cubicBezTo>
                  <a:pt x="278" y="206"/>
                  <a:pt x="293" y="206"/>
                  <a:pt x="304" y="199"/>
                </a:cubicBezTo>
                <a:cubicBezTo>
                  <a:pt x="312" y="194"/>
                  <a:pt x="315" y="190"/>
                  <a:pt x="321" y="185"/>
                </a:cubicBezTo>
                <a:cubicBezTo>
                  <a:pt x="325" y="181"/>
                  <a:pt x="331" y="182"/>
                  <a:pt x="334" y="178"/>
                </a:cubicBezTo>
                <a:cubicBezTo>
                  <a:pt x="337" y="175"/>
                  <a:pt x="330" y="176"/>
                  <a:pt x="337" y="178"/>
                </a:cubicBezTo>
                <a:cubicBezTo>
                  <a:pt x="334" y="174"/>
                  <a:pt x="337" y="167"/>
                  <a:pt x="337" y="172"/>
                </a:cubicBezTo>
                <a:cubicBezTo>
                  <a:pt x="337" y="177"/>
                  <a:pt x="335" y="175"/>
                  <a:pt x="334" y="180"/>
                </a:cubicBezTo>
                <a:cubicBezTo>
                  <a:pt x="334" y="178"/>
                  <a:pt x="334" y="177"/>
                  <a:pt x="334" y="180"/>
                </a:cubicBez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Ink 14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911225" y="2152650"/>
            <a:ext cx="1539875" cy="1290638"/>
          </a:xfrm>
          <a:custGeom>
            <a:avLst/>
            <a:gdLst>
              <a:gd name="T0" fmla="*/ 139930651 w 4278"/>
              <a:gd name="T1" fmla="*/ 2147483647 h 3586"/>
              <a:gd name="T2" fmla="*/ 139930651 w 4278"/>
              <a:gd name="T3" fmla="*/ 2147483647 h 3586"/>
              <a:gd name="T4" fmla="*/ 139930651 w 4278"/>
              <a:gd name="T5" fmla="*/ 2147483647 h 3586"/>
              <a:gd name="T6" fmla="*/ 0 w 4278"/>
              <a:gd name="T7" fmla="*/ 2147483647 h 3586"/>
              <a:gd name="T8" fmla="*/ 0 w 4278"/>
              <a:gd name="T9" fmla="*/ 2147483647 h 3586"/>
              <a:gd name="T10" fmla="*/ 2147483647 w 4278"/>
              <a:gd name="T11" fmla="*/ 2147483647 h 3586"/>
              <a:gd name="T12" fmla="*/ 2147483647 w 4278"/>
              <a:gd name="T13" fmla="*/ 2147483647 h 3586"/>
              <a:gd name="T14" fmla="*/ 2147483647 w 4278"/>
              <a:gd name="T15" fmla="*/ 2147483647 h 3586"/>
              <a:gd name="T16" fmla="*/ 2147483647 w 4278"/>
              <a:gd name="T17" fmla="*/ 2147483647 h 3586"/>
              <a:gd name="T18" fmla="*/ 2147483647 w 4278"/>
              <a:gd name="T19" fmla="*/ 2147483647 h 3586"/>
              <a:gd name="T20" fmla="*/ 2147483647 w 4278"/>
              <a:gd name="T21" fmla="*/ 2147483647 h 3586"/>
              <a:gd name="T22" fmla="*/ 2147483647 w 4278"/>
              <a:gd name="T23" fmla="*/ 2147483647 h 3586"/>
              <a:gd name="T24" fmla="*/ 2147483647 w 4278"/>
              <a:gd name="T25" fmla="*/ 2147483647 h 3586"/>
              <a:gd name="T26" fmla="*/ 2147483647 w 4278"/>
              <a:gd name="T27" fmla="*/ 2147483647 h 3586"/>
              <a:gd name="T28" fmla="*/ 2147483647 w 4278"/>
              <a:gd name="T29" fmla="*/ 2147483647 h 3586"/>
              <a:gd name="T30" fmla="*/ 2147483647 w 4278"/>
              <a:gd name="T31" fmla="*/ 2147483647 h 3586"/>
              <a:gd name="T32" fmla="*/ 2147483647 w 4278"/>
              <a:gd name="T33" fmla="*/ 2147483647 h 3586"/>
              <a:gd name="T34" fmla="*/ 2147483647 w 4278"/>
              <a:gd name="T35" fmla="*/ 2147483647 h 3586"/>
              <a:gd name="T36" fmla="*/ 2147483647 w 4278"/>
              <a:gd name="T37" fmla="*/ 2147483647 h 3586"/>
              <a:gd name="T38" fmla="*/ 2147483647 w 4278"/>
              <a:gd name="T39" fmla="*/ 2147483647 h 3586"/>
              <a:gd name="T40" fmla="*/ 2147483647 w 4278"/>
              <a:gd name="T41" fmla="*/ 0 h 3586"/>
              <a:gd name="T42" fmla="*/ 2147483647 w 4278"/>
              <a:gd name="T43" fmla="*/ 0 h 3586"/>
              <a:gd name="T44" fmla="*/ 2147483647 w 4278"/>
              <a:gd name="T45" fmla="*/ 0 h 358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4278"/>
              <a:gd name="T70" fmla="*/ 0 h 3586"/>
              <a:gd name="T71" fmla="*/ 4278 w 4278"/>
              <a:gd name="T72" fmla="*/ 3586 h 358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4278" h="3586" extrusionOk="0">
                <a:moveTo>
                  <a:pt x="3" y="3585"/>
                </a:moveTo>
                <a:lnTo>
                  <a:pt x="3" y="3585"/>
                </a:lnTo>
              </a:path>
              <a:path w="4278" h="3586" extrusionOk="0">
                <a:moveTo>
                  <a:pt x="0" y="3585"/>
                </a:moveTo>
                <a:lnTo>
                  <a:pt x="0" y="3585"/>
                </a:lnTo>
              </a:path>
              <a:path w="4278" h="3586" extrusionOk="0">
                <a:moveTo>
                  <a:pt x="4254" y="74"/>
                </a:moveTo>
                <a:lnTo>
                  <a:pt x="4254" y="74"/>
                </a:lnTo>
              </a:path>
              <a:path w="4278" h="3586" extrusionOk="0">
                <a:moveTo>
                  <a:pt x="4260" y="97"/>
                </a:moveTo>
                <a:lnTo>
                  <a:pt x="4260" y="97"/>
                </a:lnTo>
              </a:path>
              <a:path w="4278" h="3586" extrusionOk="0">
                <a:moveTo>
                  <a:pt x="4234" y="254"/>
                </a:moveTo>
                <a:lnTo>
                  <a:pt x="4234" y="254"/>
                </a:lnTo>
              </a:path>
              <a:path w="4278" h="3586" extrusionOk="0">
                <a:moveTo>
                  <a:pt x="4270" y="309"/>
                </a:moveTo>
                <a:lnTo>
                  <a:pt x="4270" y="309"/>
                </a:lnTo>
              </a:path>
              <a:path w="4278" h="3586" extrusionOk="0">
                <a:moveTo>
                  <a:pt x="4273" y="119"/>
                </a:moveTo>
                <a:lnTo>
                  <a:pt x="4273" y="119"/>
                </a:lnTo>
              </a:path>
              <a:path w="4278" h="3586" extrusionOk="0">
                <a:moveTo>
                  <a:pt x="4267" y="116"/>
                </a:moveTo>
                <a:lnTo>
                  <a:pt x="4267" y="116"/>
                </a:lnTo>
              </a:path>
              <a:path w="4278" h="3586" extrusionOk="0">
                <a:moveTo>
                  <a:pt x="4277" y="87"/>
                </a:moveTo>
                <a:lnTo>
                  <a:pt x="4277" y="87"/>
                </a:lnTo>
              </a:path>
              <a:path w="4278" h="3586" extrusionOk="0">
                <a:moveTo>
                  <a:pt x="4217" y="0"/>
                </a:moveTo>
                <a:lnTo>
                  <a:pt x="4217" y="0"/>
                </a:lnTo>
              </a:path>
            </a:pathLst>
          </a:custGeom>
          <a:noFill/>
          <a:ln w="1905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Ink 15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374900" y="2152650"/>
            <a:ext cx="120650" cy="125413"/>
          </a:xfrm>
          <a:custGeom>
            <a:avLst/>
            <a:gdLst>
              <a:gd name="T0" fmla="*/ 2147483647 w 332"/>
              <a:gd name="T1" fmla="*/ 2147483647 h 350"/>
              <a:gd name="T2" fmla="*/ 2147483647 w 332"/>
              <a:gd name="T3" fmla="*/ 2147483647 h 350"/>
              <a:gd name="T4" fmla="*/ 2147483647 w 332"/>
              <a:gd name="T5" fmla="*/ 2147483647 h 350"/>
              <a:gd name="T6" fmla="*/ 2147483647 w 332"/>
              <a:gd name="T7" fmla="*/ 2147483647 h 350"/>
              <a:gd name="T8" fmla="*/ 2147483647 w 332"/>
              <a:gd name="T9" fmla="*/ 2147483647 h 350"/>
              <a:gd name="T10" fmla="*/ 2147483647 w 332"/>
              <a:gd name="T11" fmla="*/ 1564239442 h 350"/>
              <a:gd name="T12" fmla="*/ 2147483647 w 332"/>
              <a:gd name="T13" fmla="*/ 1702264331 h 350"/>
              <a:gd name="T14" fmla="*/ 2147483647 w 332"/>
              <a:gd name="T15" fmla="*/ 1334155319 h 350"/>
              <a:gd name="T16" fmla="*/ 2147483647 w 332"/>
              <a:gd name="T17" fmla="*/ 2147483647 h 350"/>
              <a:gd name="T18" fmla="*/ 2147483647 w 332"/>
              <a:gd name="T19" fmla="*/ 2147483647 h 350"/>
              <a:gd name="T20" fmla="*/ 2147483647 w 332"/>
              <a:gd name="T21" fmla="*/ 2147483647 h 350"/>
              <a:gd name="T22" fmla="*/ 2147483647 w 332"/>
              <a:gd name="T23" fmla="*/ 2147483647 h 350"/>
              <a:gd name="T24" fmla="*/ 2147483647 w 332"/>
              <a:gd name="T25" fmla="*/ 2147483647 h 350"/>
              <a:gd name="T26" fmla="*/ 2147483647 w 332"/>
              <a:gd name="T27" fmla="*/ 2147483647 h 350"/>
              <a:gd name="T28" fmla="*/ 2147483647 w 332"/>
              <a:gd name="T29" fmla="*/ 2147483647 h 350"/>
              <a:gd name="T30" fmla="*/ 2147483647 w 332"/>
              <a:gd name="T31" fmla="*/ 2147483647 h 350"/>
              <a:gd name="T32" fmla="*/ 2147483647 w 332"/>
              <a:gd name="T33" fmla="*/ 2147483647 h 350"/>
              <a:gd name="T34" fmla="*/ 2147483647 w 332"/>
              <a:gd name="T35" fmla="*/ 2147483647 h 350"/>
              <a:gd name="T36" fmla="*/ 2147483647 w 332"/>
              <a:gd name="T37" fmla="*/ 2147483647 h 350"/>
              <a:gd name="T38" fmla="*/ 2147483647 w 332"/>
              <a:gd name="T39" fmla="*/ 1058105539 h 350"/>
              <a:gd name="T40" fmla="*/ 2147483647 w 332"/>
              <a:gd name="T41" fmla="*/ 92059233 h 350"/>
              <a:gd name="T42" fmla="*/ 2147483647 w 332"/>
              <a:gd name="T43" fmla="*/ 92059233 h 350"/>
              <a:gd name="T44" fmla="*/ 1103775610 w 332"/>
              <a:gd name="T45" fmla="*/ 2147483647 h 350"/>
              <a:gd name="T46" fmla="*/ 479914084 w 332"/>
              <a:gd name="T47" fmla="*/ 2147483647 h 350"/>
              <a:gd name="T48" fmla="*/ 192018472 w 332"/>
              <a:gd name="T49" fmla="*/ 2147483647 h 350"/>
              <a:gd name="T50" fmla="*/ 192018472 w 332"/>
              <a:gd name="T51" fmla="*/ 2147483647 h 350"/>
              <a:gd name="T52" fmla="*/ 1295794083 w 332"/>
              <a:gd name="T53" fmla="*/ 2147483647 h 350"/>
              <a:gd name="T54" fmla="*/ 2147483647 w 332"/>
              <a:gd name="T55" fmla="*/ 2147483647 h 350"/>
              <a:gd name="T56" fmla="*/ 2147483647 w 332"/>
              <a:gd name="T57" fmla="*/ 2147483647 h 350"/>
              <a:gd name="T58" fmla="*/ 2147483647 w 332"/>
              <a:gd name="T59" fmla="*/ 2147483647 h 350"/>
              <a:gd name="T60" fmla="*/ 2147483647 w 332"/>
              <a:gd name="T61" fmla="*/ 2147483647 h 350"/>
              <a:gd name="T62" fmla="*/ 2147483647 w 332"/>
              <a:gd name="T63" fmla="*/ 2147483647 h 350"/>
              <a:gd name="T64" fmla="*/ 2147483647 w 332"/>
              <a:gd name="T65" fmla="*/ 2147483647 h 350"/>
              <a:gd name="T66" fmla="*/ 2147483647 w 332"/>
              <a:gd name="T67" fmla="*/ 2147483647 h 350"/>
              <a:gd name="T68" fmla="*/ 2147483647 w 332"/>
              <a:gd name="T69" fmla="*/ 2147483647 h 35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332"/>
              <a:gd name="T106" fmla="*/ 0 h 350"/>
              <a:gd name="T107" fmla="*/ 332 w 332"/>
              <a:gd name="T108" fmla="*/ 350 h 350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332" h="350" extrusionOk="0">
                <a:moveTo>
                  <a:pt x="212" y="161"/>
                </a:moveTo>
                <a:cubicBezTo>
                  <a:pt x="217" y="149"/>
                  <a:pt x="225" y="146"/>
                  <a:pt x="215" y="150"/>
                </a:cubicBezTo>
              </a:path>
              <a:path w="332" h="350" extrusionOk="0">
                <a:moveTo>
                  <a:pt x="212" y="137"/>
                </a:moveTo>
                <a:cubicBezTo>
                  <a:pt x="212" y="130"/>
                  <a:pt x="212" y="130"/>
                  <a:pt x="215" y="124"/>
                </a:cubicBezTo>
              </a:path>
              <a:path w="332" h="350" extrusionOk="0">
                <a:moveTo>
                  <a:pt x="172" y="58"/>
                </a:moveTo>
                <a:cubicBezTo>
                  <a:pt x="152" y="52"/>
                  <a:pt x="140" y="46"/>
                  <a:pt x="126" y="34"/>
                </a:cubicBezTo>
                <a:cubicBezTo>
                  <a:pt x="128" y="34"/>
                  <a:pt x="146" y="37"/>
                  <a:pt x="146" y="37"/>
                </a:cubicBezTo>
                <a:cubicBezTo>
                  <a:pt x="150" y="34"/>
                  <a:pt x="150" y="25"/>
                  <a:pt x="152" y="29"/>
                </a:cubicBezTo>
                <a:cubicBezTo>
                  <a:pt x="157" y="40"/>
                  <a:pt x="155" y="72"/>
                  <a:pt x="156" y="84"/>
                </a:cubicBezTo>
                <a:cubicBezTo>
                  <a:pt x="158" y="103"/>
                  <a:pt x="159" y="123"/>
                  <a:pt x="159" y="142"/>
                </a:cubicBezTo>
                <a:cubicBezTo>
                  <a:pt x="160" y="168"/>
                  <a:pt x="156" y="193"/>
                  <a:pt x="159" y="219"/>
                </a:cubicBezTo>
                <a:cubicBezTo>
                  <a:pt x="162" y="243"/>
                  <a:pt x="159" y="264"/>
                  <a:pt x="159" y="288"/>
                </a:cubicBezTo>
                <a:cubicBezTo>
                  <a:pt x="159" y="305"/>
                  <a:pt x="162" y="320"/>
                  <a:pt x="162" y="336"/>
                </a:cubicBezTo>
                <a:cubicBezTo>
                  <a:pt x="162" y="342"/>
                  <a:pt x="168" y="347"/>
                  <a:pt x="162" y="346"/>
                </a:cubicBezTo>
                <a:cubicBezTo>
                  <a:pt x="161" y="345"/>
                  <a:pt x="160" y="345"/>
                  <a:pt x="159" y="344"/>
                </a:cubicBezTo>
                <a:cubicBezTo>
                  <a:pt x="159" y="345"/>
                  <a:pt x="158" y="353"/>
                  <a:pt x="159" y="346"/>
                </a:cubicBezTo>
                <a:cubicBezTo>
                  <a:pt x="162" y="324"/>
                  <a:pt x="154" y="306"/>
                  <a:pt x="152" y="285"/>
                </a:cubicBezTo>
                <a:cubicBezTo>
                  <a:pt x="148" y="249"/>
                  <a:pt x="144" y="209"/>
                  <a:pt x="146" y="172"/>
                </a:cubicBezTo>
                <a:cubicBezTo>
                  <a:pt x="148" y="138"/>
                  <a:pt x="151" y="105"/>
                  <a:pt x="152" y="71"/>
                </a:cubicBezTo>
                <a:cubicBezTo>
                  <a:pt x="152" y="55"/>
                  <a:pt x="155" y="39"/>
                  <a:pt x="159" y="23"/>
                </a:cubicBezTo>
                <a:cubicBezTo>
                  <a:pt x="161" y="17"/>
                  <a:pt x="167" y="8"/>
                  <a:pt x="166" y="2"/>
                </a:cubicBezTo>
                <a:cubicBezTo>
                  <a:pt x="166" y="0"/>
                  <a:pt x="164" y="2"/>
                  <a:pt x="162" y="2"/>
                </a:cubicBezTo>
              </a:path>
              <a:path w="332" h="350" extrusionOk="0">
                <a:moveTo>
                  <a:pt x="23" y="272"/>
                </a:moveTo>
                <a:cubicBezTo>
                  <a:pt x="17" y="282"/>
                  <a:pt x="12" y="250"/>
                  <a:pt x="10" y="243"/>
                </a:cubicBezTo>
              </a:path>
              <a:path w="332" h="350" extrusionOk="0">
                <a:moveTo>
                  <a:pt x="4" y="238"/>
                </a:moveTo>
                <a:cubicBezTo>
                  <a:pt x="-1" y="212"/>
                  <a:pt x="-1" y="237"/>
                  <a:pt x="4" y="219"/>
                </a:cubicBezTo>
                <a:cubicBezTo>
                  <a:pt x="12" y="224"/>
                  <a:pt x="14" y="225"/>
                  <a:pt x="27" y="225"/>
                </a:cubicBezTo>
                <a:cubicBezTo>
                  <a:pt x="57" y="225"/>
                  <a:pt x="67" y="226"/>
                  <a:pt x="96" y="217"/>
                </a:cubicBezTo>
                <a:cubicBezTo>
                  <a:pt x="130" y="206"/>
                  <a:pt x="162" y="199"/>
                  <a:pt x="195" y="185"/>
                </a:cubicBezTo>
                <a:cubicBezTo>
                  <a:pt x="223" y="173"/>
                  <a:pt x="260" y="160"/>
                  <a:pt x="291" y="156"/>
                </a:cubicBezTo>
                <a:cubicBezTo>
                  <a:pt x="299" y="155"/>
                  <a:pt x="313" y="156"/>
                  <a:pt x="321" y="158"/>
                </a:cubicBezTo>
                <a:cubicBezTo>
                  <a:pt x="330" y="160"/>
                  <a:pt x="325" y="163"/>
                  <a:pt x="328" y="153"/>
                </a:cubicBezTo>
                <a:cubicBezTo>
                  <a:pt x="329" y="149"/>
                  <a:pt x="328" y="154"/>
                  <a:pt x="328" y="150"/>
                </a:cubicBezTo>
                <a:cubicBezTo>
                  <a:pt x="331" y="153"/>
                  <a:pt x="326" y="146"/>
                  <a:pt x="328" y="150"/>
                </a:cubicBezTo>
                <a:cubicBezTo>
                  <a:pt x="335" y="164"/>
                  <a:pt x="333" y="148"/>
                  <a:pt x="318" y="180"/>
                </a:cubicBezTo>
              </a:path>
            </a:pathLst>
          </a:custGeom>
          <a:noFill/>
          <a:ln w="1905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Ink 16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922338" y="3438525"/>
            <a:ext cx="63500" cy="7938"/>
          </a:xfrm>
          <a:custGeom>
            <a:avLst/>
            <a:gdLst>
              <a:gd name="T0" fmla="*/ 923470096 w 177"/>
              <a:gd name="T1" fmla="*/ 500156710 h 20"/>
              <a:gd name="T2" fmla="*/ 2147483647 w 177"/>
              <a:gd name="T3" fmla="*/ 187617805 h 20"/>
              <a:gd name="T4" fmla="*/ 2147483647 w 177"/>
              <a:gd name="T5" fmla="*/ 187617805 h 20"/>
              <a:gd name="T6" fmla="*/ 2147483647 w 177"/>
              <a:gd name="T7" fmla="*/ 375078041 h 20"/>
              <a:gd name="T8" fmla="*/ 2147483647 w 177"/>
              <a:gd name="T9" fmla="*/ 875391924 h 20"/>
              <a:gd name="T10" fmla="*/ 2147483647 w 177"/>
              <a:gd name="T11" fmla="*/ 875391924 h 20"/>
              <a:gd name="T12" fmla="*/ 2147483647 w 177"/>
              <a:gd name="T13" fmla="*/ 687774119 h 20"/>
              <a:gd name="T14" fmla="*/ 2147483647 w 177"/>
              <a:gd name="T15" fmla="*/ 1000313024 h 20"/>
              <a:gd name="T16" fmla="*/ 2147483647 w 177"/>
              <a:gd name="T17" fmla="*/ 875391924 h 20"/>
              <a:gd name="T18" fmla="*/ 1985557105 w 177"/>
              <a:gd name="T19" fmla="*/ 875391924 h 20"/>
              <a:gd name="T20" fmla="*/ 1846940192 w 177"/>
              <a:gd name="T21" fmla="*/ 875391924 h 20"/>
              <a:gd name="T22" fmla="*/ 184693876 w 177"/>
              <a:gd name="T23" fmla="*/ 1000313024 h 20"/>
              <a:gd name="T24" fmla="*/ 0 w 177"/>
              <a:gd name="T25" fmla="*/ 875391924 h 20"/>
              <a:gd name="T26" fmla="*/ 0 w 177"/>
              <a:gd name="T27" fmla="*/ 875391924 h 20"/>
              <a:gd name="T28" fmla="*/ 0 w 177"/>
              <a:gd name="T29" fmla="*/ 1187930829 h 20"/>
              <a:gd name="T30" fmla="*/ 184693876 w 177"/>
              <a:gd name="T31" fmla="*/ 1187930829 h 2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77"/>
              <a:gd name="T49" fmla="*/ 0 h 20"/>
              <a:gd name="T50" fmla="*/ 177 w 177"/>
              <a:gd name="T51" fmla="*/ 20 h 2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77" h="20" extrusionOk="0">
                <a:moveTo>
                  <a:pt x="20" y="8"/>
                </a:moveTo>
                <a:cubicBezTo>
                  <a:pt x="52" y="6"/>
                  <a:pt x="82" y="4"/>
                  <a:pt x="113" y="3"/>
                </a:cubicBezTo>
                <a:cubicBezTo>
                  <a:pt x="131" y="2"/>
                  <a:pt x="145" y="2"/>
                  <a:pt x="162" y="3"/>
                </a:cubicBezTo>
                <a:cubicBezTo>
                  <a:pt x="170" y="3"/>
                  <a:pt x="172" y="2"/>
                  <a:pt x="176" y="6"/>
                </a:cubicBezTo>
                <a:cubicBezTo>
                  <a:pt x="164" y="7"/>
                  <a:pt x="154" y="12"/>
                  <a:pt x="142" y="14"/>
                </a:cubicBezTo>
                <a:cubicBezTo>
                  <a:pt x="137" y="14"/>
                  <a:pt x="131" y="14"/>
                  <a:pt x="126" y="14"/>
                </a:cubicBezTo>
              </a:path>
              <a:path w="177" h="20" extrusionOk="0">
                <a:moveTo>
                  <a:pt x="83" y="11"/>
                </a:moveTo>
                <a:cubicBezTo>
                  <a:pt x="83" y="13"/>
                  <a:pt x="83" y="14"/>
                  <a:pt x="83" y="16"/>
                </a:cubicBezTo>
                <a:cubicBezTo>
                  <a:pt x="76" y="16"/>
                  <a:pt x="70" y="15"/>
                  <a:pt x="63" y="14"/>
                </a:cubicBezTo>
                <a:cubicBezTo>
                  <a:pt x="53" y="13"/>
                  <a:pt x="52" y="13"/>
                  <a:pt x="43" y="14"/>
                </a:cubicBezTo>
                <a:cubicBezTo>
                  <a:pt x="42" y="14"/>
                  <a:pt x="41" y="14"/>
                  <a:pt x="40" y="14"/>
                </a:cubicBezTo>
              </a:path>
              <a:path w="177" h="20" extrusionOk="0">
                <a:moveTo>
                  <a:pt x="4" y="16"/>
                </a:moveTo>
                <a:cubicBezTo>
                  <a:pt x="8" y="16"/>
                  <a:pt x="3" y="11"/>
                  <a:pt x="0" y="14"/>
                </a:cubicBezTo>
                <a:cubicBezTo>
                  <a:pt x="0" y="16"/>
                  <a:pt x="0" y="17"/>
                  <a:pt x="0" y="14"/>
                </a:cubicBezTo>
                <a:cubicBezTo>
                  <a:pt x="0" y="18"/>
                  <a:pt x="0" y="23"/>
                  <a:pt x="0" y="19"/>
                </a:cubicBezTo>
                <a:cubicBezTo>
                  <a:pt x="0" y="15"/>
                  <a:pt x="1" y="15"/>
                  <a:pt x="4" y="19"/>
                </a:cubicBezTo>
              </a:path>
            </a:pathLst>
          </a:custGeom>
          <a:noFill/>
          <a:ln w="1905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Ink 18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3087688" y="3471863"/>
            <a:ext cx="1587" cy="1587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  <a:gd name="T6" fmla="*/ 0 w 1"/>
              <a:gd name="T7" fmla="*/ 0 h 1"/>
              <a:gd name="T8" fmla="*/ 1 w 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" extrusionOk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Ink 21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763588" y="2603500"/>
            <a:ext cx="287337" cy="352425"/>
          </a:xfrm>
          <a:custGeom>
            <a:avLst/>
            <a:gdLst>
              <a:gd name="T0" fmla="*/ 2147483647 w 801"/>
              <a:gd name="T1" fmla="*/ 93816473 h 977"/>
              <a:gd name="T2" fmla="*/ 2147483647 w 801"/>
              <a:gd name="T3" fmla="*/ 93816473 h 977"/>
              <a:gd name="T4" fmla="*/ 2147483647 w 801"/>
              <a:gd name="T5" fmla="*/ 93816473 h 977"/>
              <a:gd name="T6" fmla="*/ 2147483647 w 801"/>
              <a:gd name="T7" fmla="*/ 1126449498 h 977"/>
              <a:gd name="T8" fmla="*/ 2147483647 w 801"/>
              <a:gd name="T9" fmla="*/ 2147483647 h 977"/>
              <a:gd name="T10" fmla="*/ 2147483647 w 801"/>
              <a:gd name="T11" fmla="*/ 2147483647 h 977"/>
              <a:gd name="T12" fmla="*/ 2147483647 w 801"/>
              <a:gd name="T13" fmla="*/ 2147483647 h 977"/>
              <a:gd name="T14" fmla="*/ 2147483647 w 801"/>
              <a:gd name="T15" fmla="*/ 2147483647 h 977"/>
              <a:gd name="T16" fmla="*/ 2147483647 w 801"/>
              <a:gd name="T17" fmla="*/ 2147483647 h 977"/>
              <a:gd name="T18" fmla="*/ 2147483647 w 801"/>
              <a:gd name="T19" fmla="*/ 2147483647 h 977"/>
              <a:gd name="T20" fmla="*/ 2147483647 w 801"/>
              <a:gd name="T21" fmla="*/ 2147483647 h 977"/>
              <a:gd name="T22" fmla="*/ 2147483647 w 801"/>
              <a:gd name="T23" fmla="*/ 2147483647 h 977"/>
              <a:gd name="T24" fmla="*/ 2147483647 w 801"/>
              <a:gd name="T25" fmla="*/ 2147483647 h 977"/>
              <a:gd name="T26" fmla="*/ 2147483647 w 801"/>
              <a:gd name="T27" fmla="*/ 2147483647 h 977"/>
              <a:gd name="T28" fmla="*/ 2147483647 w 801"/>
              <a:gd name="T29" fmla="*/ 2147483647 h 977"/>
              <a:gd name="T30" fmla="*/ 2147483647 w 801"/>
              <a:gd name="T31" fmla="*/ 2147483647 h 977"/>
              <a:gd name="T32" fmla="*/ 1984921126 w 801"/>
              <a:gd name="T33" fmla="*/ 2147483647 h 977"/>
              <a:gd name="T34" fmla="*/ 461582677 w 801"/>
              <a:gd name="T35" fmla="*/ 2147483647 h 977"/>
              <a:gd name="T36" fmla="*/ 461582677 w 801"/>
              <a:gd name="T37" fmla="*/ 2147483647 h 977"/>
              <a:gd name="T38" fmla="*/ 2123383123 w 801"/>
              <a:gd name="T39" fmla="*/ 2147483647 h 977"/>
              <a:gd name="T40" fmla="*/ 2147483647 w 801"/>
              <a:gd name="T41" fmla="*/ 2147483647 h 977"/>
              <a:gd name="T42" fmla="*/ 2147483647 w 801"/>
              <a:gd name="T43" fmla="*/ 2147483647 h 977"/>
              <a:gd name="T44" fmla="*/ 2147483647 w 801"/>
              <a:gd name="T45" fmla="*/ 2147483647 h 977"/>
              <a:gd name="T46" fmla="*/ 2147483647 w 801"/>
              <a:gd name="T47" fmla="*/ 2147483647 h 977"/>
              <a:gd name="T48" fmla="*/ 2147483647 w 801"/>
              <a:gd name="T49" fmla="*/ 2147483647 h 977"/>
              <a:gd name="T50" fmla="*/ 2147483647 w 801"/>
              <a:gd name="T51" fmla="*/ 2147483647 h 977"/>
              <a:gd name="T52" fmla="*/ 2147483647 w 801"/>
              <a:gd name="T53" fmla="*/ 2147483647 h 977"/>
              <a:gd name="T54" fmla="*/ 2147483647 w 801"/>
              <a:gd name="T55" fmla="*/ 2147483647 h 977"/>
              <a:gd name="T56" fmla="*/ 2147483647 w 801"/>
              <a:gd name="T57" fmla="*/ 2147483647 h 977"/>
              <a:gd name="T58" fmla="*/ 2147483647 w 801"/>
              <a:gd name="T59" fmla="*/ 2147483647 h 977"/>
              <a:gd name="T60" fmla="*/ 2147483647 w 801"/>
              <a:gd name="T61" fmla="*/ 2147483647 h 977"/>
              <a:gd name="T62" fmla="*/ 2147483647 w 801"/>
              <a:gd name="T63" fmla="*/ 2147483647 h 977"/>
              <a:gd name="T64" fmla="*/ 2147483647 w 801"/>
              <a:gd name="T65" fmla="*/ 2147483647 h 977"/>
              <a:gd name="T66" fmla="*/ 2147483647 w 801"/>
              <a:gd name="T67" fmla="*/ 2147483647 h 977"/>
              <a:gd name="T68" fmla="*/ 2147483647 w 801"/>
              <a:gd name="T69" fmla="*/ 2147483647 h 977"/>
              <a:gd name="T70" fmla="*/ 2147483647 w 801"/>
              <a:gd name="T71" fmla="*/ 2147483647 h 977"/>
              <a:gd name="T72" fmla="*/ 2147483647 w 801"/>
              <a:gd name="T73" fmla="*/ 2147483647 h 977"/>
              <a:gd name="T74" fmla="*/ 2147483647 w 801"/>
              <a:gd name="T75" fmla="*/ 2147483647 h 977"/>
              <a:gd name="T76" fmla="*/ 2147483647 w 801"/>
              <a:gd name="T77" fmla="*/ 2147483647 h 977"/>
              <a:gd name="T78" fmla="*/ 2147483647 w 801"/>
              <a:gd name="T79" fmla="*/ 2147483647 h 977"/>
              <a:gd name="T80" fmla="*/ 2147483647 w 801"/>
              <a:gd name="T81" fmla="*/ 2147483647 h 977"/>
              <a:gd name="T82" fmla="*/ 2147483647 w 801"/>
              <a:gd name="T83" fmla="*/ 2147483647 h 977"/>
              <a:gd name="T84" fmla="*/ 2147483647 w 801"/>
              <a:gd name="T85" fmla="*/ 2147483647 h 977"/>
              <a:gd name="T86" fmla="*/ 2147483647 w 801"/>
              <a:gd name="T87" fmla="*/ 2147483647 h 977"/>
              <a:gd name="T88" fmla="*/ 2147483647 w 801"/>
              <a:gd name="T89" fmla="*/ 2147483647 h 977"/>
              <a:gd name="T90" fmla="*/ 2147483647 w 801"/>
              <a:gd name="T91" fmla="*/ 2147483647 h 977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w 801"/>
              <a:gd name="T139" fmla="*/ 0 h 977"/>
              <a:gd name="T140" fmla="*/ 801 w 801"/>
              <a:gd name="T141" fmla="*/ 977 h 977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T138" t="T139" r="T140" b="T141"/>
            <a:pathLst>
              <a:path w="801" h="977" extrusionOk="0">
                <a:moveTo>
                  <a:pt x="165" y="8"/>
                </a:moveTo>
                <a:cubicBezTo>
                  <a:pt x="173" y="4"/>
                  <a:pt x="175" y="3"/>
                  <a:pt x="179" y="2"/>
                </a:cubicBezTo>
                <a:cubicBezTo>
                  <a:pt x="182" y="1"/>
                  <a:pt x="176" y="3"/>
                  <a:pt x="179" y="2"/>
                </a:cubicBezTo>
                <a:cubicBezTo>
                  <a:pt x="182" y="1"/>
                  <a:pt x="179" y="2"/>
                  <a:pt x="182" y="2"/>
                </a:cubicBezTo>
                <a:cubicBezTo>
                  <a:pt x="179" y="3"/>
                  <a:pt x="178" y="-1"/>
                  <a:pt x="179" y="2"/>
                </a:cubicBezTo>
                <a:cubicBezTo>
                  <a:pt x="181" y="6"/>
                  <a:pt x="182" y="-2"/>
                  <a:pt x="182" y="2"/>
                </a:cubicBezTo>
                <a:cubicBezTo>
                  <a:pt x="182" y="6"/>
                  <a:pt x="182" y="-4"/>
                  <a:pt x="182" y="0"/>
                </a:cubicBezTo>
                <a:cubicBezTo>
                  <a:pt x="180" y="17"/>
                  <a:pt x="179" y="12"/>
                  <a:pt x="172" y="24"/>
                </a:cubicBezTo>
                <a:cubicBezTo>
                  <a:pt x="171" y="29"/>
                  <a:pt x="169" y="39"/>
                  <a:pt x="169" y="45"/>
                </a:cubicBezTo>
                <a:cubicBezTo>
                  <a:pt x="168" y="64"/>
                  <a:pt x="164" y="91"/>
                  <a:pt x="165" y="108"/>
                </a:cubicBezTo>
                <a:cubicBezTo>
                  <a:pt x="165" y="119"/>
                  <a:pt x="169" y="131"/>
                  <a:pt x="169" y="143"/>
                </a:cubicBezTo>
                <a:cubicBezTo>
                  <a:pt x="169" y="183"/>
                  <a:pt x="162" y="229"/>
                  <a:pt x="165" y="264"/>
                </a:cubicBezTo>
                <a:cubicBezTo>
                  <a:pt x="166" y="272"/>
                  <a:pt x="164" y="286"/>
                  <a:pt x="165" y="291"/>
                </a:cubicBezTo>
                <a:cubicBezTo>
                  <a:pt x="168" y="305"/>
                  <a:pt x="170" y="303"/>
                  <a:pt x="175" y="317"/>
                </a:cubicBezTo>
                <a:cubicBezTo>
                  <a:pt x="177" y="322"/>
                  <a:pt x="181" y="326"/>
                  <a:pt x="182" y="333"/>
                </a:cubicBezTo>
                <a:cubicBezTo>
                  <a:pt x="183" y="340"/>
                  <a:pt x="180" y="347"/>
                  <a:pt x="179" y="354"/>
                </a:cubicBezTo>
                <a:cubicBezTo>
                  <a:pt x="178" y="363"/>
                  <a:pt x="179" y="374"/>
                  <a:pt x="179" y="378"/>
                </a:cubicBezTo>
                <a:cubicBezTo>
                  <a:pt x="179" y="397"/>
                  <a:pt x="181" y="417"/>
                  <a:pt x="182" y="436"/>
                </a:cubicBezTo>
                <a:cubicBezTo>
                  <a:pt x="183" y="454"/>
                  <a:pt x="180" y="471"/>
                  <a:pt x="179" y="489"/>
                </a:cubicBezTo>
                <a:cubicBezTo>
                  <a:pt x="178" y="516"/>
                  <a:pt x="181" y="545"/>
                  <a:pt x="182" y="571"/>
                </a:cubicBezTo>
                <a:cubicBezTo>
                  <a:pt x="182" y="581"/>
                  <a:pt x="182" y="592"/>
                  <a:pt x="182" y="603"/>
                </a:cubicBezTo>
                <a:cubicBezTo>
                  <a:pt x="181" y="623"/>
                  <a:pt x="176" y="644"/>
                  <a:pt x="175" y="664"/>
                </a:cubicBezTo>
                <a:cubicBezTo>
                  <a:pt x="174" y="690"/>
                  <a:pt x="173" y="717"/>
                  <a:pt x="172" y="743"/>
                </a:cubicBezTo>
                <a:cubicBezTo>
                  <a:pt x="171" y="767"/>
                  <a:pt x="176" y="794"/>
                  <a:pt x="175" y="817"/>
                </a:cubicBezTo>
                <a:cubicBezTo>
                  <a:pt x="175" y="827"/>
                  <a:pt x="173" y="841"/>
                  <a:pt x="172" y="852"/>
                </a:cubicBezTo>
                <a:cubicBezTo>
                  <a:pt x="171" y="871"/>
                  <a:pt x="171" y="886"/>
                  <a:pt x="172" y="905"/>
                </a:cubicBezTo>
                <a:cubicBezTo>
                  <a:pt x="173" y="924"/>
                  <a:pt x="168" y="942"/>
                  <a:pt x="169" y="960"/>
                </a:cubicBezTo>
                <a:cubicBezTo>
                  <a:pt x="169" y="966"/>
                  <a:pt x="169" y="970"/>
                  <a:pt x="169" y="974"/>
                </a:cubicBezTo>
                <a:cubicBezTo>
                  <a:pt x="169" y="978"/>
                  <a:pt x="172" y="975"/>
                  <a:pt x="172" y="976"/>
                </a:cubicBezTo>
                <a:cubicBezTo>
                  <a:pt x="168" y="975"/>
                  <a:pt x="167" y="975"/>
                  <a:pt x="162" y="974"/>
                </a:cubicBezTo>
                <a:cubicBezTo>
                  <a:pt x="156" y="973"/>
                  <a:pt x="147" y="974"/>
                  <a:pt x="142" y="971"/>
                </a:cubicBezTo>
                <a:cubicBezTo>
                  <a:pt x="129" y="964"/>
                  <a:pt x="117" y="952"/>
                  <a:pt x="106" y="942"/>
                </a:cubicBezTo>
                <a:cubicBezTo>
                  <a:pt x="91" y="928"/>
                  <a:pt x="84" y="913"/>
                  <a:pt x="73" y="897"/>
                </a:cubicBezTo>
                <a:cubicBezTo>
                  <a:pt x="64" y="884"/>
                  <a:pt x="51" y="871"/>
                  <a:pt x="43" y="857"/>
                </a:cubicBezTo>
                <a:cubicBezTo>
                  <a:pt x="37" y="847"/>
                  <a:pt x="35" y="840"/>
                  <a:pt x="27" y="833"/>
                </a:cubicBezTo>
                <a:cubicBezTo>
                  <a:pt x="23" y="830"/>
                  <a:pt x="14" y="827"/>
                  <a:pt x="10" y="823"/>
                </a:cubicBezTo>
                <a:cubicBezTo>
                  <a:pt x="5" y="818"/>
                  <a:pt x="3" y="812"/>
                  <a:pt x="3" y="812"/>
                </a:cubicBezTo>
                <a:cubicBezTo>
                  <a:pt x="7" y="816"/>
                  <a:pt x="5" y="817"/>
                  <a:pt x="10" y="820"/>
                </a:cubicBezTo>
                <a:cubicBezTo>
                  <a:pt x="11" y="821"/>
                  <a:pt x="21" y="826"/>
                  <a:pt x="23" y="828"/>
                </a:cubicBezTo>
                <a:cubicBezTo>
                  <a:pt x="31" y="835"/>
                  <a:pt x="38" y="841"/>
                  <a:pt x="46" y="849"/>
                </a:cubicBezTo>
                <a:cubicBezTo>
                  <a:pt x="64" y="867"/>
                  <a:pt x="81" y="889"/>
                  <a:pt x="99" y="905"/>
                </a:cubicBezTo>
                <a:cubicBezTo>
                  <a:pt x="110" y="915"/>
                  <a:pt x="122" y="923"/>
                  <a:pt x="132" y="934"/>
                </a:cubicBezTo>
                <a:cubicBezTo>
                  <a:pt x="138" y="940"/>
                  <a:pt x="145" y="945"/>
                  <a:pt x="149" y="952"/>
                </a:cubicBezTo>
                <a:cubicBezTo>
                  <a:pt x="151" y="956"/>
                  <a:pt x="150" y="962"/>
                  <a:pt x="152" y="966"/>
                </a:cubicBezTo>
                <a:cubicBezTo>
                  <a:pt x="152" y="965"/>
                  <a:pt x="152" y="964"/>
                  <a:pt x="152" y="963"/>
                </a:cubicBezTo>
                <a:cubicBezTo>
                  <a:pt x="156" y="961"/>
                  <a:pt x="155" y="967"/>
                  <a:pt x="159" y="963"/>
                </a:cubicBezTo>
                <a:cubicBezTo>
                  <a:pt x="168" y="955"/>
                  <a:pt x="170" y="949"/>
                  <a:pt x="179" y="939"/>
                </a:cubicBezTo>
                <a:cubicBezTo>
                  <a:pt x="205" y="907"/>
                  <a:pt x="238" y="871"/>
                  <a:pt x="275" y="852"/>
                </a:cubicBezTo>
                <a:cubicBezTo>
                  <a:pt x="284" y="847"/>
                  <a:pt x="296" y="846"/>
                  <a:pt x="304" y="839"/>
                </a:cubicBezTo>
                <a:cubicBezTo>
                  <a:pt x="307" y="836"/>
                  <a:pt x="307" y="836"/>
                  <a:pt x="311" y="833"/>
                </a:cubicBezTo>
                <a:cubicBezTo>
                  <a:pt x="317" y="829"/>
                  <a:pt x="314" y="827"/>
                  <a:pt x="321" y="823"/>
                </a:cubicBezTo>
                <a:cubicBezTo>
                  <a:pt x="325" y="821"/>
                  <a:pt x="324" y="825"/>
                  <a:pt x="327" y="823"/>
                </a:cubicBezTo>
                <a:cubicBezTo>
                  <a:pt x="331" y="823"/>
                  <a:pt x="332" y="823"/>
                  <a:pt x="331" y="820"/>
                </a:cubicBezTo>
                <a:cubicBezTo>
                  <a:pt x="327" y="820"/>
                  <a:pt x="322" y="820"/>
                  <a:pt x="318" y="820"/>
                </a:cubicBezTo>
              </a:path>
              <a:path w="801" h="977" extrusionOk="0">
                <a:moveTo>
                  <a:pt x="466" y="339"/>
                </a:moveTo>
                <a:cubicBezTo>
                  <a:pt x="464" y="335"/>
                  <a:pt x="465" y="337"/>
                  <a:pt x="463" y="333"/>
                </a:cubicBezTo>
                <a:cubicBezTo>
                  <a:pt x="461" y="338"/>
                  <a:pt x="460" y="336"/>
                  <a:pt x="460" y="344"/>
                </a:cubicBezTo>
                <a:cubicBezTo>
                  <a:pt x="459" y="367"/>
                  <a:pt x="458" y="390"/>
                  <a:pt x="456" y="413"/>
                </a:cubicBezTo>
                <a:cubicBezTo>
                  <a:pt x="454" y="441"/>
                  <a:pt x="451" y="469"/>
                  <a:pt x="450" y="497"/>
                </a:cubicBezTo>
                <a:cubicBezTo>
                  <a:pt x="449" y="524"/>
                  <a:pt x="449" y="550"/>
                  <a:pt x="447" y="577"/>
                </a:cubicBezTo>
                <a:cubicBezTo>
                  <a:pt x="446" y="590"/>
                  <a:pt x="448" y="603"/>
                  <a:pt x="450" y="616"/>
                </a:cubicBezTo>
                <a:cubicBezTo>
                  <a:pt x="452" y="626"/>
                  <a:pt x="452" y="637"/>
                  <a:pt x="456" y="646"/>
                </a:cubicBezTo>
                <a:cubicBezTo>
                  <a:pt x="461" y="658"/>
                  <a:pt x="466" y="650"/>
                  <a:pt x="476" y="653"/>
                </a:cubicBezTo>
                <a:cubicBezTo>
                  <a:pt x="491" y="657"/>
                  <a:pt x="496" y="653"/>
                  <a:pt x="509" y="653"/>
                </a:cubicBezTo>
                <a:cubicBezTo>
                  <a:pt x="519" y="653"/>
                  <a:pt x="524" y="659"/>
                  <a:pt x="533" y="656"/>
                </a:cubicBezTo>
                <a:cubicBezTo>
                  <a:pt x="536" y="653"/>
                  <a:pt x="537" y="652"/>
                  <a:pt x="539" y="651"/>
                </a:cubicBezTo>
                <a:cubicBezTo>
                  <a:pt x="555" y="659"/>
                  <a:pt x="541" y="660"/>
                  <a:pt x="559" y="651"/>
                </a:cubicBezTo>
                <a:cubicBezTo>
                  <a:pt x="576" y="642"/>
                  <a:pt x="587" y="631"/>
                  <a:pt x="599" y="616"/>
                </a:cubicBezTo>
                <a:cubicBezTo>
                  <a:pt x="601" y="613"/>
                  <a:pt x="603" y="611"/>
                  <a:pt x="605" y="608"/>
                </a:cubicBezTo>
              </a:path>
              <a:path w="801" h="977" extrusionOk="0">
                <a:moveTo>
                  <a:pt x="420" y="193"/>
                </a:moveTo>
                <a:cubicBezTo>
                  <a:pt x="420" y="183"/>
                  <a:pt x="419" y="176"/>
                  <a:pt x="417" y="167"/>
                </a:cubicBezTo>
                <a:cubicBezTo>
                  <a:pt x="416" y="162"/>
                  <a:pt x="421" y="158"/>
                  <a:pt x="420" y="153"/>
                </a:cubicBezTo>
                <a:cubicBezTo>
                  <a:pt x="419" y="148"/>
                  <a:pt x="417" y="147"/>
                  <a:pt x="417" y="153"/>
                </a:cubicBezTo>
                <a:cubicBezTo>
                  <a:pt x="417" y="166"/>
                  <a:pt x="415" y="176"/>
                  <a:pt x="413" y="188"/>
                </a:cubicBezTo>
                <a:cubicBezTo>
                  <a:pt x="412" y="199"/>
                  <a:pt x="413" y="208"/>
                  <a:pt x="410" y="217"/>
                </a:cubicBezTo>
                <a:cubicBezTo>
                  <a:pt x="409" y="220"/>
                  <a:pt x="411" y="228"/>
                  <a:pt x="413" y="225"/>
                </a:cubicBezTo>
                <a:cubicBezTo>
                  <a:pt x="414" y="223"/>
                  <a:pt x="419" y="218"/>
                  <a:pt x="423" y="219"/>
                </a:cubicBezTo>
                <a:cubicBezTo>
                  <a:pt x="425" y="220"/>
                  <a:pt x="428" y="221"/>
                  <a:pt x="430" y="222"/>
                </a:cubicBezTo>
              </a:path>
              <a:path w="801" h="977" extrusionOk="0">
                <a:moveTo>
                  <a:pt x="708" y="646"/>
                </a:moveTo>
                <a:cubicBezTo>
                  <a:pt x="708" y="643"/>
                  <a:pt x="708" y="641"/>
                  <a:pt x="708" y="638"/>
                </a:cubicBezTo>
                <a:cubicBezTo>
                  <a:pt x="707" y="640"/>
                  <a:pt x="710" y="638"/>
                  <a:pt x="708" y="643"/>
                </a:cubicBezTo>
                <a:cubicBezTo>
                  <a:pt x="702" y="657"/>
                  <a:pt x="699" y="669"/>
                  <a:pt x="695" y="683"/>
                </a:cubicBezTo>
                <a:cubicBezTo>
                  <a:pt x="686" y="714"/>
                  <a:pt x="679" y="746"/>
                  <a:pt x="671" y="778"/>
                </a:cubicBezTo>
                <a:cubicBezTo>
                  <a:pt x="668" y="791"/>
                  <a:pt x="666" y="806"/>
                  <a:pt x="668" y="820"/>
                </a:cubicBezTo>
                <a:cubicBezTo>
                  <a:pt x="669" y="829"/>
                  <a:pt x="673" y="834"/>
                  <a:pt x="681" y="839"/>
                </a:cubicBezTo>
                <a:cubicBezTo>
                  <a:pt x="695" y="848"/>
                  <a:pt x="711" y="835"/>
                  <a:pt x="724" y="833"/>
                </a:cubicBezTo>
                <a:cubicBezTo>
                  <a:pt x="748" y="830"/>
                  <a:pt x="764" y="832"/>
                  <a:pt x="784" y="815"/>
                </a:cubicBezTo>
                <a:cubicBezTo>
                  <a:pt x="799" y="803"/>
                  <a:pt x="804" y="786"/>
                  <a:pt x="800" y="767"/>
                </a:cubicBezTo>
                <a:cubicBezTo>
                  <a:pt x="795" y="744"/>
                  <a:pt x="781" y="727"/>
                  <a:pt x="764" y="712"/>
                </a:cubicBezTo>
                <a:cubicBezTo>
                  <a:pt x="751" y="701"/>
                  <a:pt x="739" y="695"/>
                  <a:pt x="724" y="688"/>
                </a:cubicBezTo>
                <a:cubicBezTo>
                  <a:pt x="715" y="684"/>
                  <a:pt x="717" y="680"/>
                  <a:pt x="711" y="675"/>
                </a:cubicBezTo>
                <a:cubicBezTo>
                  <a:pt x="701" y="667"/>
                  <a:pt x="711" y="678"/>
                  <a:pt x="708" y="677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Ink 22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479675" y="2890838"/>
            <a:ext cx="80963" cy="4762"/>
          </a:xfrm>
          <a:custGeom>
            <a:avLst/>
            <a:gdLst>
              <a:gd name="T0" fmla="*/ 0 w 226"/>
              <a:gd name="T1" fmla="*/ 191995586 h 15"/>
              <a:gd name="T2" fmla="*/ 597671374 w 226"/>
              <a:gd name="T3" fmla="*/ 95947316 h 15"/>
              <a:gd name="T4" fmla="*/ 781580261 w 226"/>
              <a:gd name="T5" fmla="*/ 95947316 h 15"/>
              <a:gd name="T6" fmla="*/ 597671374 w 226"/>
              <a:gd name="T7" fmla="*/ 0 h 15"/>
              <a:gd name="T8" fmla="*/ 781580261 w 226"/>
              <a:gd name="T9" fmla="*/ 0 h 15"/>
              <a:gd name="T10" fmla="*/ 2147483647 w 226"/>
              <a:gd name="T11" fmla="*/ 95947316 h 15"/>
              <a:gd name="T12" fmla="*/ 2147483647 w 226"/>
              <a:gd name="T13" fmla="*/ 255994009 h 15"/>
              <a:gd name="T14" fmla="*/ 2147483647 w 226"/>
              <a:gd name="T15" fmla="*/ 95947316 h 15"/>
              <a:gd name="T16" fmla="*/ 2147483647 w 226"/>
              <a:gd name="T17" fmla="*/ 95947316 h 15"/>
              <a:gd name="T18" fmla="*/ 2147483647 w 226"/>
              <a:gd name="T19" fmla="*/ 191995586 h 15"/>
              <a:gd name="T20" fmla="*/ 2147483647 w 226"/>
              <a:gd name="T21" fmla="*/ 351941642 h 15"/>
              <a:gd name="T22" fmla="*/ 2147483647 w 226"/>
              <a:gd name="T23" fmla="*/ 351941642 h 15"/>
              <a:gd name="T24" fmla="*/ 2147483647 w 226"/>
              <a:gd name="T25" fmla="*/ 351941642 h 15"/>
              <a:gd name="T26" fmla="*/ 2147483647 w 226"/>
              <a:gd name="T27" fmla="*/ 255994009 h 15"/>
              <a:gd name="T28" fmla="*/ 2147483647 w 226"/>
              <a:gd name="T29" fmla="*/ 351941642 h 1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226"/>
              <a:gd name="T46" fmla="*/ 0 h 15"/>
              <a:gd name="T47" fmla="*/ 226 w 226"/>
              <a:gd name="T48" fmla="*/ 15 h 1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226" h="15" extrusionOk="0">
                <a:moveTo>
                  <a:pt x="0" y="6"/>
                </a:moveTo>
                <a:cubicBezTo>
                  <a:pt x="9" y="5"/>
                  <a:pt x="8" y="6"/>
                  <a:pt x="13" y="3"/>
                </a:cubicBezTo>
                <a:cubicBezTo>
                  <a:pt x="18" y="0"/>
                  <a:pt x="13" y="1"/>
                  <a:pt x="17" y="3"/>
                </a:cubicBezTo>
                <a:cubicBezTo>
                  <a:pt x="13" y="2"/>
                  <a:pt x="17" y="1"/>
                  <a:pt x="13" y="0"/>
                </a:cubicBezTo>
                <a:cubicBezTo>
                  <a:pt x="18" y="0"/>
                  <a:pt x="12" y="0"/>
                  <a:pt x="17" y="0"/>
                </a:cubicBezTo>
                <a:cubicBezTo>
                  <a:pt x="52" y="-2"/>
                  <a:pt x="88" y="0"/>
                  <a:pt x="122" y="3"/>
                </a:cubicBezTo>
                <a:cubicBezTo>
                  <a:pt x="138" y="4"/>
                  <a:pt x="151" y="6"/>
                  <a:pt x="165" y="8"/>
                </a:cubicBezTo>
                <a:cubicBezTo>
                  <a:pt x="175" y="10"/>
                  <a:pt x="184" y="3"/>
                  <a:pt x="195" y="3"/>
                </a:cubicBezTo>
                <a:cubicBezTo>
                  <a:pt x="203" y="3"/>
                  <a:pt x="213" y="-3"/>
                  <a:pt x="218" y="3"/>
                </a:cubicBezTo>
                <a:cubicBezTo>
                  <a:pt x="221" y="7"/>
                  <a:pt x="226" y="1"/>
                  <a:pt x="225" y="6"/>
                </a:cubicBezTo>
                <a:cubicBezTo>
                  <a:pt x="224" y="8"/>
                  <a:pt x="223" y="9"/>
                  <a:pt x="222" y="11"/>
                </a:cubicBezTo>
                <a:cubicBezTo>
                  <a:pt x="222" y="3"/>
                  <a:pt x="221" y="9"/>
                  <a:pt x="225" y="11"/>
                </a:cubicBezTo>
                <a:cubicBezTo>
                  <a:pt x="221" y="10"/>
                  <a:pt x="222" y="11"/>
                  <a:pt x="222" y="11"/>
                </a:cubicBezTo>
                <a:cubicBezTo>
                  <a:pt x="215" y="13"/>
                  <a:pt x="219" y="4"/>
                  <a:pt x="215" y="8"/>
                </a:cubicBezTo>
                <a:cubicBezTo>
                  <a:pt x="215" y="9"/>
                  <a:pt x="215" y="10"/>
                  <a:pt x="215" y="11"/>
                </a:cubicBezTo>
              </a:path>
            </a:pathLst>
          </a:custGeom>
          <a:noFill/>
          <a:ln w="1905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Ink 23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503488" y="3460750"/>
            <a:ext cx="7937" cy="92075"/>
          </a:xfrm>
          <a:custGeom>
            <a:avLst/>
            <a:gdLst>
              <a:gd name="T0" fmla="*/ 361679830 w 24"/>
              <a:gd name="T1" fmla="*/ 2147483647 h 257"/>
              <a:gd name="T2" fmla="*/ 253186993 w 24"/>
              <a:gd name="T3" fmla="*/ 2147483647 h 257"/>
              <a:gd name="T4" fmla="*/ 144693825 w 24"/>
              <a:gd name="T5" fmla="*/ 2069360188 h 257"/>
              <a:gd name="T6" fmla="*/ 0 w 24"/>
              <a:gd name="T7" fmla="*/ 1103607367 h 257"/>
              <a:gd name="T8" fmla="*/ 144693825 w 24"/>
              <a:gd name="T9" fmla="*/ 229886196 h 257"/>
              <a:gd name="T10" fmla="*/ 0 w 24"/>
              <a:gd name="T11" fmla="*/ 92031650 h 257"/>
              <a:gd name="T12" fmla="*/ 253186993 w 24"/>
              <a:gd name="T13" fmla="*/ 229886196 h 257"/>
              <a:gd name="T14" fmla="*/ 361679830 w 24"/>
              <a:gd name="T15" fmla="*/ 1793394216 h 257"/>
              <a:gd name="T16" fmla="*/ 614866823 w 24"/>
              <a:gd name="T17" fmla="*/ 2147483647 h 257"/>
              <a:gd name="T18" fmla="*/ 831853159 w 24"/>
              <a:gd name="T19" fmla="*/ 2147483647 h 257"/>
              <a:gd name="T20" fmla="*/ 723359991 w 24"/>
              <a:gd name="T21" fmla="*/ 2147483647 h 257"/>
              <a:gd name="T22" fmla="*/ 723359991 w 24"/>
              <a:gd name="T23" fmla="*/ 2147483647 h 257"/>
              <a:gd name="T24" fmla="*/ 723359991 w 24"/>
              <a:gd name="T25" fmla="*/ 2147483647 h 25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"/>
              <a:gd name="T40" fmla="*/ 0 h 257"/>
              <a:gd name="T41" fmla="*/ 24 w 24"/>
              <a:gd name="T42" fmla="*/ 257 h 257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" h="257" extrusionOk="0">
                <a:moveTo>
                  <a:pt x="10" y="74"/>
                </a:moveTo>
                <a:cubicBezTo>
                  <a:pt x="10" y="73"/>
                  <a:pt x="7" y="61"/>
                  <a:pt x="7" y="61"/>
                </a:cubicBezTo>
                <a:cubicBezTo>
                  <a:pt x="-2" y="53"/>
                  <a:pt x="1" y="60"/>
                  <a:pt x="4" y="45"/>
                </a:cubicBezTo>
                <a:cubicBezTo>
                  <a:pt x="5" y="38"/>
                  <a:pt x="-1" y="28"/>
                  <a:pt x="0" y="24"/>
                </a:cubicBezTo>
                <a:cubicBezTo>
                  <a:pt x="1" y="20"/>
                  <a:pt x="9" y="10"/>
                  <a:pt x="4" y="5"/>
                </a:cubicBezTo>
                <a:cubicBezTo>
                  <a:pt x="1" y="2"/>
                  <a:pt x="3" y="4"/>
                  <a:pt x="0" y="2"/>
                </a:cubicBezTo>
                <a:cubicBezTo>
                  <a:pt x="2" y="2"/>
                  <a:pt x="5" y="-2"/>
                  <a:pt x="7" y="5"/>
                </a:cubicBezTo>
                <a:cubicBezTo>
                  <a:pt x="10" y="14"/>
                  <a:pt x="8" y="29"/>
                  <a:pt x="10" y="39"/>
                </a:cubicBezTo>
                <a:cubicBezTo>
                  <a:pt x="13" y="55"/>
                  <a:pt x="14" y="71"/>
                  <a:pt x="17" y="87"/>
                </a:cubicBezTo>
                <a:cubicBezTo>
                  <a:pt x="20" y="102"/>
                  <a:pt x="22" y="117"/>
                  <a:pt x="23" y="132"/>
                </a:cubicBezTo>
                <a:cubicBezTo>
                  <a:pt x="26" y="167"/>
                  <a:pt x="26" y="209"/>
                  <a:pt x="20" y="243"/>
                </a:cubicBezTo>
                <a:cubicBezTo>
                  <a:pt x="19" y="248"/>
                  <a:pt x="20" y="249"/>
                  <a:pt x="20" y="254"/>
                </a:cubicBezTo>
                <a:cubicBezTo>
                  <a:pt x="20" y="257"/>
                  <a:pt x="20" y="254"/>
                  <a:pt x="20" y="251"/>
                </a:cubicBezTo>
              </a:path>
            </a:pathLst>
          </a:custGeom>
          <a:noFill/>
          <a:ln w="1905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Ink 24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459038" y="3516313"/>
            <a:ext cx="73025" cy="15875"/>
          </a:xfrm>
          <a:custGeom>
            <a:avLst/>
            <a:gdLst>
              <a:gd name="T0" fmla="*/ 0 w 203"/>
              <a:gd name="T1" fmla="*/ 2019509622 h 44"/>
              <a:gd name="T2" fmla="*/ 139628117 w 203"/>
              <a:gd name="T3" fmla="*/ 1502851614 h 44"/>
              <a:gd name="T4" fmla="*/ 139628117 w 203"/>
              <a:gd name="T5" fmla="*/ 1408996449 h 44"/>
              <a:gd name="T6" fmla="*/ 465469624 w 203"/>
              <a:gd name="T7" fmla="*/ 1502851614 h 44"/>
              <a:gd name="T8" fmla="*/ 2147483647 w 203"/>
              <a:gd name="T9" fmla="*/ 1268018872 h 44"/>
              <a:gd name="T10" fmla="*/ 2147483647 w 203"/>
              <a:gd name="T11" fmla="*/ 657505699 h 44"/>
              <a:gd name="T12" fmla="*/ 2147483647 w 203"/>
              <a:gd name="T13" fmla="*/ 0 h 44"/>
              <a:gd name="T14" fmla="*/ 2147483647 w 203"/>
              <a:gd name="T15" fmla="*/ 140847690 h 44"/>
              <a:gd name="T16" fmla="*/ 2147483647 w 203"/>
              <a:gd name="T17" fmla="*/ 140847690 h 44"/>
              <a:gd name="T18" fmla="*/ 2147483647 w 203"/>
              <a:gd name="T19" fmla="*/ 0 h 44"/>
              <a:gd name="T20" fmla="*/ 2147483647 w 203"/>
              <a:gd name="T21" fmla="*/ 140847690 h 44"/>
              <a:gd name="T22" fmla="*/ 2147483647 w 203"/>
              <a:gd name="T23" fmla="*/ 281825267 h 4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03"/>
              <a:gd name="T37" fmla="*/ 0 h 44"/>
              <a:gd name="T38" fmla="*/ 203 w 203"/>
              <a:gd name="T39" fmla="*/ 44 h 4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03" h="44" extrusionOk="0">
                <a:moveTo>
                  <a:pt x="0" y="43"/>
                </a:moveTo>
                <a:cubicBezTo>
                  <a:pt x="2" y="39"/>
                  <a:pt x="3" y="37"/>
                  <a:pt x="3" y="32"/>
                </a:cubicBezTo>
                <a:cubicBezTo>
                  <a:pt x="0" y="32"/>
                  <a:pt x="-1" y="32"/>
                  <a:pt x="3" y="30"/>
                </a:cubicBezTo>
                <a:cubicBezTo>
                  <a:pt x="4" y="34"/>
                  <a:pt x="-4" y="28"/>
                  <a:pt x="10" y="32"/>
                </a:cubicBezTo>
                <a:cubicBezTo>
                  <a:pt x="24" y="36"/>
                  <a:pt x="38" y="28"/>
                  <a:pt x="53" y="27"/>
                </a:cubicBezTo>
                <a:cubicBezTo>
                  <a:pt x="75" y="25"/>
                  <a:pt x="94" y="17"/>
                  <a:pt x="116" y="14"/>
                </a:cubicBezTo>
                <a:cubicBezTo>
                  <a:pt x="131" y="12"/>
                  <a:pt x="141" y="2"/>
                  <a:pt x="155" y="0"/>
                </a:cubicBezTo>
                <a:cubicBezTo>
                  <a:pt x="159" y="-1"/>
                  <a:pt x="173" y="3"/>
                  <a:pt x="175" y="3"/>
                </a:cubicBezTo>
                <a:cubicBezTo>
                  <a:pt x="179" y="2"/>
                  <a:pt x="180" y="7"/>
                  <a:pt x="178" y="3"/>
                </a:cubicBezTo>
                <a:cubicBezTo>
                  <a:pt x="177" y="2"/>
                  <a:pt x="176" y="1"/>
                  <a:pt x="175" y="0"/>
                </a:cubicBezTo>
                <a:cubicBezTo>
                  <a:pt x="182" y="0"/>
                  <a:pt x="190" y="3"/>
                  <a:pt x="192" y="3"/>
                </a:cubicBezTo>
                <a:cubicBezTo>
                  <a:pt x="197" y="4"/>
                  <a:pt x="196" y="3"/>
                  <a:pt x="202" y="6"/>
                </a:cubicBezTo>
              </a:path>
            </a:pathLst>
          </a:custGeom>
          <a:noFill/>
          <a:ln w="1905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Ink 25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525713" y="4157663"/>
            <a:ext cx="84137" cy="11112"/>
          </a:xfrm>
          <a:custGeom>
            <a:avLst/>
            <a:gdLst>
              <a:gd name="T0" fmla="*/ 453116248 w 236"/>
              <a:gd name="T1" fmla="*/ 875045395 h 28"/>
              <a:gd name="T2" fmla="*/ 135998548 w 236"/>
              <a:gd name="T3" fmla="*/ 374997061 h 28"/>
              <a:gd name="T4" fmla="*/ 0 w 236"/>
              <a:gd name="T5" fmla="*/ 374997061 h 28"/>
              <a:gd name="T6" fmla="*/ 317244976 w 236"/>
              <a:gd name="T7" fmla="*/ 687468088 h 28"/>
              <a:gd name="T8" fmla="*/ 1631218209 w 236"/>
              <a:gd name="T9" fmla="*/ 1000097065 h 28"/>
              <a:gd name="T10" fmla="*/ 2147483647 w 236"/>
              <a:gd name="T11" fmla="*/ 1500145399 h 28"/>
              <a:gd name="T12" fmla="*/ 2147483647 w 236"/>
              <a:gd name="T13" fmla="*/ 1500145399 h 28"/>
              <a:gd name="T14" fmla="*/ 2147483647 w 236"/>
              <a:gd name="T15" fmla="*/ 1000097065 h 28"/>
              <a:gd name="T16" fmla="*/ 2147483647 w 236"/>
              <a:gd name="T17" fmla="*/ 500048334 h 28"/>
              <a:gd name="T18" fmla="*/ 2147483647 w 236"/>
              <a:gd name="T19" fmla="*/ 187577307 h 28"/>
              <a:gd name="T20" fmla="*/ 2147483647 w 236"/>
              <a:gd name="T21" fmla="*/ 0 h 28"/>
              <a:gd name="T22" fmla="*/ 2147483647 w 236"/>
              <a:gd name="T23" fmla="*/ 374997061 h 28"/>
              <a:gd name="T24" fmla="*/ 2147483647 w 236"/>
              <a:gd name="T25" fmla="*/ 500048334 h 2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36"/>
              <a:gd name="T40" fmla="*/ 0 h 28"/>
              <a:gd name="T41" fmla="*/ 236 w 236"/>
              <a:gd name="T42" fmla="*/ 28 h 2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36" h="28" extrusionOk="0">
                <a:moveTo>
                  <a:pt x="10" y="14"/>
                </a:moveTo>
                <a:cubicBezTo>
                  <a:pt x="8" y="13"/>
                  <a:pt x="9" y="9"/>
                  <a:pt x="3" y="6"/>
                </a:cubicBezTo>
                <a:cubicBezTo>
                  <a:pt x="0" y="8"/>
                  <a:pt x="-1" y="9"/>
                  <a:pt x="0" y="6"/>
                </a:cubicBezTo>
                <a:cubicBezTo>
                  <a:pt x="4" y="8"/>
                  <a:pt x="3" y="12"/>
                  <a:pt x="7" y="11"/>
                </a:cubicBezTo>
                <a:cubicBezTo>
                  <a:pt x="16" y="9"/>
                  <a:pt x="25" y="15"/>
                  <a:pt x="36" y="16"/>
                </a:cubicBezTo>
                <a:cubicBezTo>
                  <a:pt x="52" y="18"/>
                  <a:pt x="67" y="23"/>
                  <a:pt x="83" y="24"/>
                </a:cubicBezTo>
                <a:cubicBezTo>
                  <a:pt x="102" y="26"/>
                  <a:pt x="120" y="25"/>
                  <a:pt x="139" y="24"/>
                </a:cubicBezTo>
                <a:cubicBezTo>
                  <a:pt x="158" y="23"/>
                  <a:pt x="174" y="19"/>
                  <a:pt x="192" y="16"/>
                </a:cubicBezTo>
                <a:cubicBezTo>
                  <a:pt x="201" y="15"/>
                  <a:pt x="210" y="11"/>
                  <a:pt x="218" y="8"/>
                </a:cubicBezTo>
                <a:cubicBezTo>
                  <a:pt x="227" y="5"/>
                  <a:pt x="222" y="10"/>
                  <a:pt x="225" y="3"/>
                </a:cubicBezTo>
                <a:cubicBezTo>
                  <a:pt x="226" y="0"/>
                  <a:pt x="225" y="3"/>
                  <a:pt x="225" y="0"/>
                </a:cubicBezTo>
                <a:cubicBezTo>
                  <a:pt x="225" y="3"/>
                  <a:pt x="222" y="5"/>
                  <a:pt x="225" y="6"/>
                </a:cubicBezTo>
                <a:cubicBezTo>
                  <a:pt x="229" y="6"/>
                  <a:pt x="232" y="6"/>
                  <a:pt x="235" y="8"/>
                </a:cubicBezTo>
              </a:path>
            </a:pathLst>
          </a:custGeom>
          <a:noFill/>
          <a:ln w="1905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Ink 29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3041650" y="3425825"/>
            <a:ext cx="25400" cy="77788"/>
          </a:xfrm>
          <a:custGeom>
            <a:avLst/>
            <a:gdLst>
              <a:gd name="T0" fmla="*/ 0 w 71"/>
              <a:gd name="T1" fmla="*/ 0 h 215"/>
              <a:gd name="T2" fmla="*/ 0 w 71"/>
              <a:gd name="T3" fmla="*/ 0 h 215"/>
              <a:gd name="T4" fmla="*/ 640936445 w 71"/>
              <a:gd name="T5" fmla="*/ 1373429993 h 215"/>
              <a:gd name="T6" fmla="*/ 1694104873 w 71"/>
              <a:gd name="T7" fmla="*/ 2147483647 h 215"/>
              <a:gd name="T8" fmla="*/ 2147483647 w 71"/>
              <a:gd name="T9" fmla="*/ 2147483647 h 215"/>
              <a:gd name="T10" fmla="*/ 2147483647 w 71"/>
              <a:gd name="T11" fmla="*/ 2147483647 h 215"/>
              <a:gd name="T12" fmla="*/ 2147483647 w 71"/>
              <a:gd name="T13" fmla="*/ 2147483647 h 215"/>
              <a:gd name="T14" fmla="*/ 2147483647 w 71"/>
              <a:gd name="T15" fmla="*/ 2147483647 h 215"/>
              <a:gd name="T16" fmla="*/ 2147483647 w 71"/>
              <a:gd name="T17" fmla="*/ 2147483647 h 215"/>
              <a:gd name="T18" fmla="*/ 2147483647 w 71"/>
              <a:gd name="T19" fmla="*/ 2147483647 h 21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1"/>
              <a:gd name="T31" fmla="*/ 0 h 215"/>
              <a:gd name="T32" fmla="*/ 71 w 71"/>
              <a:gd name="T33" fmla="*/ 215 h 21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1" h="215" extrusionOk="0">
                <a:moveTo>
                  <a:pt x="0" y="0"/>
                </a:moveTo>
                <a:cubicBezTo>
                  <a:pt x="5" y="4"/>
                  <a:pt x="-5" y="-4"/>
                  <a:pt x="0" y="0"/>
                </a:cubicBezTo>
                <a:cubicBezTo>
                  <a:pt x="9" y="7"/>
                  <a:pt x="9" y="19"/>
                  <a:pt x="14" y="29"/>
                </a:cubicBezTo>
                <a:cubicBezTo>
                  <a:pt x="21" y="43"/>
                  <a:pt x="32" y="57"/>
                  <a:pt x="37" y="72"/>
                </a:cubicBezTo>
                <a:cubicBezTo>
                  <a:pt x="41" y="83"/>
                  <a:pt x="48" y="98"/>
                  <a:pt x="50" y="109"/>
                </a:cubicBezTo>
                <a:cubicBezTo>
                  <a:pt x="52" y="125"/>
                  <a:pt x="58" y="138"/>
                  <a:pt x="60" y="154"/>
                </a:cubicBezTo>
                <a:cubicBezTo>
                  <a:pt x="61" y="167"/>
                  <a:pt x="58" y="179"/>
                  <a:pt x="63" y="191"/>
                </a:cubicBezTo>
                <a:cubicBezTo>
                  <a:pt x="65" y="195"/>
                  <a:pt x="68" y="200"/>
                  <a:pt x="70" y="204"/>
                </a:cubicBezTo>
                <a:cubicBezTo>
                  <a:pt x="59" y="211"/>
                  <a:pt x="63" y="207"/>
                  <a:pt x="67" y="214"/>
                </a:cubicBezTo>
                <a:cubicBezTo>
                  <a:pt x="67" y="212"/>
                  <a:pt x="67" y="211"/>
                  <a:pt x="67" y="214"/>
                </a:cubicBezTo>
              </a:path>
            </a:pathLst>
          </a:custGeom>
          <a:noFill/>
          <a:ln w="1905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Ink 32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622550" y="1960563"/>
            <a:ext cx="119063" cy="236537"/>
          </a:xfrm>
          <a:custGeom>
            <a:avLst/>
            <a:gdLst>
              <a:gd name="T0" fmla="*/ 2147483647 w 332"/>
              <a:gd name="T1" fmla="*/ 0 h 657"/>
              <a:gd name="T2" fmla="*/ 2147483647 w 332"/>
              <a:gd name="T3" fmla="*/ 0 h 657"/>
              <a:gd name="T4" fmla="*/ 2147483647 w 332"/>
              <a:gd name="T5" fmla="*/ 0 h 657"/>
              <a:gd name="T6" fmla="*/ 2147483647 w 332"/>
              <a:gd name="T7" fmla="*/ 233313688 h 657"/>
              <a:gd name="T8" fmla="*/ 2147483647 w 332"/>
              <a:gd name="T9" fmla="*/ 93325547 h 657"/>
              <a:gd name="T10" fmla="*/ 2147483647 w 332"/>
              <a:gd name="T11" fmla="*/ 93325547 h 657"/>
              <a:gd name="T12" fmla="*/ 2147483647 w 332"/>
              <a:gd name="T13" fmla="*/ 2147483647 h 657"/>
              <a:gd name="T14" fmla="*/ 2147483647 w 332"/>
              <a:gd name="T15" fmla="*/ 2147483647 h 657"/>
              <a:gd name="T16" fmla="*/ 2147483647 w 332"/>
              <a:gd name="T17" fmla="*/ 2147483647 h 657"/>
              <a:gd name="T18" fmla="*/ 2147483647 w 332"/>
              <a:gd name="T19" fmla="*/ 2147483647 h 657"/>
              <a:gd name="T20" fmla="*/ 2147483647 w 332"/>
              <a:gd name="T21" fmla="*/ 2147483647 h 657"/>
              <a:gd name="T22" fmla="*/ 2147483647 w 332"/>
              <a:gd name="T23" fmla="*/ 2147483647 h 657"/>
              <a:gd name="T24" fmla="*/ 2147483647 w 332"/>
              <a:gd name="T25" fmla="*/ 2147483647 h 657"/>
              <a:gd name="T26" fmla="*/ 2147483647 w 332"/>
              <a:gd name="T27" fmla="*/ 2147483647 h 657"/>
              <a:gd name="T28" fmla="*/ 2147483647 w 332"/>
              <a:gd name="T29" fmla="*/ 2147483647 h 657"/>
              <a:gd name="T30" fmla="*/ 2147483647 w 332"/>
              <a:gd name="T31" fmla="*/ 2147483647 h 657"/>
              <a:gd name="T32" fmla="*/ 2147483647 w 332"/>
              <a:gd name="T33" fmla="*/ 2147483647 h 657"/>
              <a:gd name="T34" fmla="*/ 2147483647 w 332"/>
              <a:gd name="T35" fmla="*/ 2147483647 h 657"/>
              <a:gd name="T36" fmla="*/ 2147483647 w 332"/>
              <a:gd name="T37" fmla="*/ 2147483647 h 657"/>
              <a:gd name="T38" fmla="*/ 2147483647 w 332"/>
              <a:gd name="T39" fmla="*/ 2147483647 h 657"/>
              <a:gd name="T40" fmla="*/ 2147483647 w 332"/>
              <a:gd name="T41" fmla="*/ 2147483647 h 657"/>
              <a:gd name="T42" fmla="*/ 2147483647 w 332"/>
              <a:gd name="T43" fmla="*/ 2147483647 h 657"/>
              <a:gd name="T44" fmla="*/ 2147483647 w 332"/>
              <a:gd name="T45" fmla="*/ 2147483647 h 657"/>
              <a:gd name="T46" fmla="*/ 2147483647 w 332"/>
              <a:gd name="T47" fmla="*/ 2147483647 h 657"/>
              <a:gd name="T48" fmla="*/ 2147483647 w 332"/>
              <a:gd name="T49" fmla="*/ 2147483647 h 657"/>
              <a:gd name="T50" fmla="*/ 2147483647 w 332"/>
              <a:gd name="T51" fmla="*/ 2147483647 h 657"/>
              <a:gd name="T52" fmla="*/ 2147483647 w 332"/>
              <a:gd name="T53" fmla="*/ 2147483647 h 657"/>
              <a:gd name="T54" fmla="*/ 1660365452 w 332"/>
              <a:gd name="T55" fmla="*/ 2147483647 h 657"/>
              <a:gd name="T56" fmla="*/ 922396840 w 332"/>
              <a:gd name="T57" fmla="*/ 2147483647 h 657"/>
              <a:gd name="T58" fmla="*/ 599583695 w 332"/>
              <a:gd name="T59" fmla="*/ 2147483647 h 657"/>
              <a:gd name="T60" fmla="*/ 322813145 w 332"/>
              <a:gd name="T61" fmla="*/ 2147483647 h 657"/>
              <a:gd name="T62" fmla="*/ 0 w 332"/>
              <a:gd name="T63" fmla="*/ 2147483647 h 657"/>
              <a:gd name="T64" fmla="*/ 0 w 332"/>
              <a:gd name="T65" fmla="*/ 2147483647 h 657"/>
              <a:gd name="T66" fmla="*/ 461198420 w 332"/>
              <a:gd name="T67" fmla="*/ 2147483647 h 657"/>
              <a:gd name="T68" fmla="*/ 1522108923 w 332"/>
              <a:gd name="T69" fmla="*/ 2147483647 h 657"/>
              <a:gd name="T70" fmla="*/ 2147483647 w 332"/>
              <a:gd name="T71" fmla="*/ 2147483647 h 657"/>
              <a:gd name="T72" fmla="*/ 2147483647 w 332"/>
              <a:gd name="T73" fmla="*/ 2147483647 h 657"/>
              <a:gd name="T74" fmla="*/ 2147483647 w 332"/>
              <a:gd name="T75" fmla="*/ 2147483647 h 657"/>
              <a:gd name="T76" fmla="*/ 2147483647 w 332"/>
              <a:gd name="T77" fmla="*/ 2147483647 h 657"/>
              <a:gd name="T78" fmla="*/ 2147483647 w 332"/>
              <a:gd name="T79" fmla="*/ 2147483647 h 657"/>
              <a:gd name="T80" fmla="*/ 2147483647 w 332"/>
              <a:gd name="T81" fmla="*/ 2147483647 h 657"/>
              <a:gd name="T82" fmla="*/ 2147483647 w 332"/>
              <a:gd name="T83" fmla="*/ 2147483647 h 657"/>
              <a:gd name="T84" fmla="*/ 2147483647 w 332"/>
              <a:gd name="T85" fmla="*/ 2147483647 h 657"/>
              <a:gd name="T86" fmla="*/ 2147483647 w 332"/>
              <a:gd name="T87" fmla="*/ 2147483647 h 657"/>
              <a:gd name="T88" fmla="*/ 2147483647 w 332"/>
              <a:gd name="T89" fmla="*/ 2147483647 h 657"/>
              <a:gd name="T90" fmla="*/ 2147483647 w 332"/>
              <a:gd name="T91" fmla="*/ 2147483647 h 657"/>
              <a:gd name="T92" fmla="*/ 2147483647 w 332"/>
              <a:gd name="T93" fmla="*/ 2147483647 h 657"/>
              <a:gd name="T94" fmla="*/ 2147483647 w 332"/>
              <a:gd name="T95" fmla="*/ 2147483647 h 657"/>
              <a:gd name="T96" fmla="*/ 2147483647 w 332"/>
              <a:gd name="T97" fmla="*/ 2147483647 h 657"/>
              <a:gd name="T98" fmla="*/ 2147483647 w 332"/>
              <a:gd name="T99" fmla="*/ 2147483647 h 657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332"/>
              <a:gd name="T151" fmla="*/ 0 h 657"/>
              <a:gd name="T152" fmla="*/ 332 w 332"/>
              <a:gd name="T153" fmla="*/ 657 h 657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332" h="657" extrusionOk="0">
                <a:moveTo>
                  <a:pt x="172" y="0"/>
                </a:moveTo>
                <a:cubicBezTo>
                  <a:pt x="165" y="8"/>
                  <a:pt x="171" y="0"/>
                  <a:pt x="169" y="0"/>
                </a:cubicBezTo>
                <a:cubicBezTo>
                  <a:pt x="171" y="6"/>
                  <a:pt x="163" y="-2"/>
                  <a:pt x="169" y="0"/>
                </a:cubicBezTo>
                <a:cubicBezTo>
                  <a:pt x="172" y="1"/>
                  <a:pt x="167" y="6"/>
                  <a:pt x="172" y="5"/>
                </a:cubicBezTo>
                <a:cubicBezTo>
                  <a:pt x="172" y="4"/>
                  <a:pt x="172" y="3"/>
                  <a:pt x="172" y="2"/>
                </a:cubicBezTo>
                <a:cubicBezTo>
                  <a:pt x="171" y="6"/>
                  <a:pt x="169" y="-2"/>
                  <a:pt x="169" y="2"/>
                </a:cubicBezTo>
                <a:cubicBezTo>
                  <a:pt x="166" y="38"/>
                  <a:pt x="167" y="81"/>
                  <a:pt x="172" y="116"/>
                </a:cubicBezTo>
                <a:cubicBezTo>
                  <a:pt x="173" y="123"/>
                  <a:pt x="173" y="128"/>
                  <a:pt x="175" y="135"/>
                </a:cubicBezTo>
                <a:cubicBezTo>
                  <a:pt x="177" y="144"/>
                  <a:pt x="176" y="147"/>
                  <a:pt x="175" y="153"/>
                </a:cubicBezTo>
                <a:cubicBezTo>
                  <a:pt x="174" y="160"/>
                  <a:pt x="174" y="164"/>
                  <a:pt x="172" y="169"/>
                </a:cubicBezTo>
                <a:cubicBezTo>
                  <a:pt x="172" y="170"/>
                  <a:pt x="165" y="181"/>
                  <a:pt x="165" y="185"/>
                </a:cubicBezTo>
                <a:cubicBezTo>
                  <a:pt x="162" y="216"/>
                  <a:pt x="164" y="250"/>
                  <a:pt x="165" y="280"/>
                </a:cubicBezTo>
                <a:cubicBezTo>
                  <a:pt x="165" y="292"/>
                  <a:pt x="164" y="303"/>
                  <a:pt x="162" y="315"/>
                </a:cubicBezTo>
                <a:cubicBezTo>
                  <a:pt x="160" y="329"/>
                  <a:pt x="157" y="343"/>
                  <a:pt x="155" y="357"/>
                </a:cubicBezTo>
                <a:cubicBezTo>
                  <a:pt x="153" y="370"/>
                  <a:pt x="152" y="384"/>
                  <a:pt x="149" y="397"/>
                </a:cubicBezTo>
                <a:cubicBezTo>
                  <a:pt x="147" y="407"/>
                  <a:pt x="146" y="415"/>
                  <a:pt x="145" y="426"/>
                </a:cubicBezTo>
                <a:cubicBezTo>
                  <a:pt x="144" y="438"/>
                  <a:pt x="142" y="448"/>
                  <a:pt x="142" y="460"/>
                </a:cubicBezTo>
                <a:cubicBezTo>
                  <a:pt x="142" y="472"/>
                  <a:pt x="144" y="484"/>
                  <a:pt x="145" y="495"/>
                </a:cubicBezTo>
                <a:cubicBezTo>
                  <a:pt x="145" y="504"/>
                  <a:pt x="143" y="508"/>
                  <a:pt x="145" y="518"/>
                </a:cubicBezTo>
                <a:cubicBezTo>
                  <a:pt x="147" y="528"/>
                  <a:pt x="149" y="536"/>
                  <a:pt x="149" y="547"/>
                </a:cubicBezTo>
                <a:cubicBezTo>
                  <a:pt x="149" y="557"/>
                  <a:pt x="152" y="568"/>
                  <a:pt x="152" y="577"/>
                </a:cubicBezTo>
                <a:cubicBezTo>
                  <a:pt x="153" y="588"/>
                  <a:pt x="153" y="598"/>
                  <a:pt x="155" y="608"/>
                </a:cubicBezTo>
                <a:cubicBezTo>
                  <a:pt x="156" y="614"/>
                  <a:pt x="154" y="618"/>
                  <a:pt x="155" y="624"/>
                </a:cubicBezTo>
                <a:cubicBezTo>
                  <a:pt x="156" y="630"/>
                  <a:pt x="165" y="636"/>
                  <a:pt x="159" y="637"/>
                </a:cubicBezTo>
                <a:cubicBezTo>
                  <a:pt x="146" y="639"/>
                  <a:pt x="142" y="631"/>
                  <a:pt x="132" y="624"/>
                </a:cubicBezTo>
                <a:cubicBezTo>
                  <a:pt x="121" y="617"/>
                  <a:pt x="110" y="610"/>
                  <a:pt x="99" y="603"/>
                </a:cubicBezTo>
                <a:cubicBezTo>
                  <a:pt x="86" y="595"/>
                  <a:pt x="72" y="587"/>
                  <a:pt x="59" y="579"/>
                </a:cubicBezTo>
                <a:cubicBezTo>
                  <a:pt x="51" y="574"/>
                  <a:pt x="44" y="567"/>
                  <a:pt x="36" y="563"/>
                </a:cubicBezTo>
                <a:cubicBezTo>
                  <a:pt x="30" y="560"/>
                  <a:pt x="24" y="562"/>
                  <a:pt x="20" y="558"/>
                </a:cubicBezTo>
                <a:cubicBezTo>
                  <a:pt x="17" y="555"/>
                  <a:pt x="16" y="549"/>
                  <a:pt x="13" y="545"/>
                </a:cubicBezTo>
                <a:cubicBezTo>
                  <a:pt x="9" y="539"/>
                  <a:pt x="11" y="540"/>
                  <a:pt x="7" y="534"/>
                </a:cubicBezTo>
                <a:cubicBezTo>
                  <a:pt x="6" y="532"/>
                  <a:pt x="2" y="529"/>
                  <a:pt x="0" y="524"/>
                </a:cubicBezTo>
                <a:cubicBezTo>
                  <a:pt x="0" y="523"/>
                  <a:pt x="0" y="522"/>
                  <a:pt x="0" y="521"/>
                </a:cubicBezTo>
                <a:cubicBezTo>
                  <a:pt x="5" y="524"/>
                  <a:pt x="6" y="522"/>
                  <a:pt x="10" y="526"/>
                </a:cubicBezTo>
                <a:cubicBezTo>
                  <a:pt x="18" y="535"/>
                  <a:pt x="24" y="548"/>
                  <a:pt x="33" y="558"/>
                </a:cubicBezTo>
                <a:cubicBezTo>
                  <a:pt x="43" y="569"/>
                  <a:pt x="55" y="578"/>
                  <a:pt x="66" y="587"/>
                </a:cubicBezTo>
                <a:cubicBezTo>
                  <a:pt x="79" y="598"/>
                  <a:pt x="94" y="607"/>
                  <a:pt x="106" y="619"/>
                </a:cubicBezTo>
                <a:cubicBezTo>
                  <a:pt x="113" y="625"/>
                  <a:pt x="119" y="635"/>
                  <a:pt x="126" y="640"/>
                </a:cubicBezTo>
                <a:cubicBezTo>
                  <a:pt x="132" y="644"/>
                  <a:pt x="136" y="643"/>
                  <a:pt x="142" y="648"/>
                </a:cubicBezTo>
                <a:cubicBezTo>
                  <a:pt x="144" y="650"/>
                  <a:pt x="145" y="651"/>
                  <a:pt x="145" y="653"/>
                </a:cubicBezTo>
                <a:cubicBezTo>
                  <a:pt x="147" y="651"/>
                  <a:pt x="143" y="656"/>
                  <a:pt x="145" y="653"/>
                </a:cubicBezTo>
                <a:cubicBezTo>
                  <a:pt x="146" y="652"/>
                  <a:pt x="150" y="646"/>
                  <a:pt x="152" y="643"/>
                </a:cubicBezTo>
                <a:cubicBezTo>
                  <a:pt x="160" y="633"/>
                  <a:pt x="161" y="626"/>
                  <a:pt x="169" y="616"/>
                </a:cubicBezTo>
                <a:cubicBezTo>
                  <a:pt x="185" y="596"/>
                  <a:pt x="203" y="580"/>
                  <a:pt x="222" y="563"/>
                </a:cubicBezTo>
                <a:cubicBezTo>
                  <a:pt x="242" y="545"/>
                  <a:pt x="263" y="517"/>
                  <a:pt x="284" y="502"/>
                </a:cubicBezTo>
                <a:cubicBezTo>
                  <a:pt x="295" y="494"/>
                  <a:pt x="304" y="490"/>
                  <a:pt x="314" y="481"/>
                </a:cubicBezTo>
                <a:cubicBezTo>
                  <a:pt x="318" y="477"/>
                  <a:pt x="319" y="476"/>
                  <a:pt x="321" y="473"/>
                </a:cubicBezTo>
                <a:cubicBezTo>
                  <a:pt x="323" y="470"/>
                  <a:pt x="323" y="472"/>
                  <a:pt x="324" y="468"/>
                </a:cubicBezTo>
                <a:cubicBezTo>
                  <a:pt x="326" y="462"/>
                  <a:pt x="323" y="468"/>
                  <a:pt x="324" y="465"/>
                </a:cubicBezTo>
                <a:cubicBezTo>
                  <a:pt x="329" y="467"/>
                  <a:pt x="326" y="466"/>
                  <a:pt x="331" y="468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Ink 33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790825" y="2014538"/>
            <a:ext cx="34925" cy="122237"/>
          </a:xfrm>
          <a:custGeom>
            <a:avLst/>
            <a:gdLst>
              <a:gd name="T0" fmla="*/ 2007041816 w 97"/>
              <a:gd name="T1" fmla="*/ 620336453 h 337"/>
              <a:gd name="T2" fmla="*/ 1353541058 w 97"/>
              <a:gd name="T3" fmla="*/ 95385847 h 337"/>
              <a:gd name="T4" fmla="*/ 1073525010 w 97"/>
              <a:gd name="T5" fmla="*/ 0 h 337"/>
              <a:gd name="T6" fmla="*/ 1213533214 w 97"/>
              <a:gd name="T7" fmla="*/ 334047605 h 337"/>
              <a:gd name="T8" fmla="*/ 746839440 w 97"/>
              <a:gd name="T9" fmla="*/ 2004285268 h 337"/>
              <a:gd name="T10" fmla="*/ 280016048 w 97"/>
              <a:gd name="T11" fmla="*/ 2147483647 h 337"/>
              <a:gd name="T12" fmla="*/ 0 w 97"/>
              <a:gd name="T13" fmla="*/ 2147483647 h 337"/>
              <a:gd name="T14" fmla="*/ 140008204 w 97"/>
              <a:gd name="T15" fmla="*/ 2147483647 h 337"/>
              <a:gd name="T16" fmla="*/ 280016048 w 97"/>
              <a:gd name="T17" fmla="*/ 2147483647 h 337"/>
              <a:gd name="T18" fmla="*/ 746839440 w 97"/>
              <a:gd name="T19" fmla="*/ 2147483647 h 337"/>
              <a:gd name="T20" fmla="*/ 1820364451 w 97"/>
              <a:gd name="T21" fmla="*/ 2147483647 h 337"/>
              <a:gd name="T22" fmla="*/ 2147483647 w 97"/>
              <a:gd name="T23" fmla="*/ 2147483647 h 337"/>
              <a:gd name="T24" fmla="*/ 2147483647 w 97"/>
              <a:gd name="T25" fmla="*/ 2147483647 h 337"/>
              <a:gd name="T26" fmla="*/ 2147483647 w 97"/>
              <a:gd name="T27" fmla="*/ 2147483647 h 33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97"/>
              <a:gd name="T43" fmla="*/ 0 h 337"/>
              <a:gd name="T44" fmla="*/ 97 w 97"/>
              <a:gd name="T45" fmla="*/ 337 h 337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97" h="337" extrusionOk="0">
                <a:moveTo>
                  <a:pt x="43" y="13"/>
                </a:moveTo>
                <a:cubicBezTo>
                  <a:pt x="39" y="9"/>
                  <a:pt x="34" y="5"/>
                  <a:pt x="29" y="2"/>
                </a:cubicBezTo>
                <a:cubicBezTo>
                  <a:pt x="29" y="-1"/>
                  <a:pt x="28" y="-2"/>
                  <a:pt x="23" y="0"/>
                </a:cubicBezTo>
                <a:cubicBezTo>
                  <a:pt x="28" y="5"/>
                  <a:pt x="28" y="-2"/>
                  <a:pt x="26" y="7"/>
                </a:cubicBezTo>
                <a:cubicBezTo>
                  <a:pt x="24" y="17"/>
                  <a:pt x="18" y="31"/>
                  <a:pt x="16" y="42"/>
                </a:cubicBezTo>
                <a:cubicBezTo>
                  <a:pt x="11" y="64"/>
                  <a:pt x="8" y="90"/>
                  <a:pt x="6" y="113"/>
                </a:cubicBezTo>
                <a:cubicBezTo>
                  <a:pt x="4" y="136"/>
                  <a:pt x="-1" y="162"/>
                  <a:pt x="0" y="185"/>
                </a:cubicBezTo>
                <a:cubicBezTo>
                  <a:pt x="1" y="208"/>
                  <a:pt x="3" y="231"/>
                  <a:pt x="3" y="254"/>
                </a:cubicBezTo>
                <a:cubicBezTo>
                  <a:pt x="3" y="266"/>
                  <a:pt x="3" y="284"/>
                  <a:pt x="6" y="296"/>
                </a:cubicBezTo>
                <a:cubicBezTo>
                  <a:pt x="7" y="300"/>
                  <a:pt x="14" y="319"/>
                  <a:pt x="16" y="322"/>
                </a:cubicBezTo>
                <a:cubicBezTo>
                  <a:pt x="23" y="330"/>
                  <a:pt x="30" y="335"/>
                  <a:pt x="39" y="333"/>
                </a:cubicBezTo>
                <a:cubicBezTo>
                  <a:pt x="51" y="330"/>
                  <a:pt x="61" y="326"/>
                  <a:pt x="72" y="320"/>
                </a:cubicBezTo>
                <a:cubicBezTo>
                  <a:pt x="81" y="315"/>
                  <a:pt x="90" y="313"/>
                  <a:pt x="96" y="304"/>
                </a:cubicBezTo>
                <a:cubicBezTo>
                  <a:pt x="96" y="302"/>
                  <a:pt x="96" y="301"/>
                  <a:pt x="96" y="299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Ink 34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789238" y="1971675"/>
            <a:ext cx="11112" cy="28575"/>
          </a:xfrm>
          <a:custGeom>
            <a:avLst/>
            <a:gdLst>
              <a:gd name="T0" fmla="*/ 1381755334 w 31"/>
              <a:gd name="T1" fmla="*/ 1474962369 h 78"/>
              <a:gd name="T2" fmla="*/ 322375250 w 31"/>
              <a:gd name="T3" fmla="*/ 393368213 h 78"/>
              <a:gd name="T4" fmla="*/ 0 w 31"/>
              <a:gd name="T5" fmla="*/ 147496090 h 78"/>
              <a:gd name="T6" fmla="*/ 138123952 w 31"/>
              <a:gd name="T7" fmla="*/ 147496090 h 78"/>
              <a:gd name="T8" fmla="*/ 138123952 w 31"/>
              <a:gd name="T9" fmla="*/ 0 h 78"/>
              <a:gd name="T10" fmla="*/ 322375250 w 31"/>
              <a:gd name="T11" fmla="*/ 294992547 h 78"/>
              <a:gd name="T12" fmla="*/ 460627887 w 31"/>
              <a:gd name="T13" fmla="*/ 1573338035 h 78"/>
              <a:gd name="T14" fmla="*/ 1059251400 w 31"/>
              <a:gd name="T15" fmla="*/ 2147483647 h 7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1"/>
              <a:gd name="T25" fmla="*/ 0 h 78"/>
              <a:gd name="T26" fmla="*/ 31 w 31"/>
              <a:gd name="T27" fmla="*/ 78 h 7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1" h="78" extrusionOk="0">
                <a:moveTo>
                  <a:pt x="30" y="30"/>
                </a:moveTo>
                <a:cubicBezTo>
                  <a:pt x="21" y="23"/>
                  <a:pt x="14" y="16"/>
                  <a:pt x="7" y="8"/>
                </a:cubicBezTo>
                <a:cubicBezTo>
                  <a:pt x="3" y="4"/>
                  <a:pt x="9" y="-1"/>
                  <a:pt x="0" y="3"/>
                </a:cubicBezTo>
                <a:cubicBezTo>
                  <a:pt x="7" y="1"/>
                  <a:pt x="4" y="4"/>
                  <a:pt x="3" y="3"/>
                </a:cubicBezTo>
                <a:cubicBezTo>
                  <a:pt x="3" y="2"/>
                  <a:pt x="3" y="1"/>
                  <a:pt x="3" y="0"/>
                </a:cubicBezTo>
                <a:cubicBezTo>
                  <a:pt x="4" y="4"/>
                  <a:pt x="7" y="2"/>
                  <a:pt x="7" y="6"/>
                </a:cubicBezTo>
                <a:cubicBezTo>
                  <a:pt x="7" y="15"/>
                  <a:pt x="9" y="23"/>
                  <a:pt x="10" y="32"/>
                </a:cubicBezTo>
                <a:cubicBezTo>
                  <a:pt x="12" y="50"/>
                  <a:pt x="15" y="61"/>
                  <a:pt x="23" y="77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Ink 35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897188" y="2112963"/>
            <a:ext cx="12700" cy="106362"/>
          </a:xfrm>
          <a:custGeom>
            <a:avLst/>
            <a:gdLst>
              <a:gd name="T0" fmla="*/ 1455851457 w 37"/>
              <a:gd name="T1" fmla="*/ 2147483647 h 295"/>
              <a:gd name="T2" fmla="*/ 930156581 w 37"/>
              <a:gd name="T3" fmla="*/ 1359234971 h 295"/>
              <a:gd name="T4" fmla="*/ 525694532 w 37"/>
              <a:gd name="T5" fmla="*/ 890470596 h 295"/>
              <a:gd name="T6" fmla="*/ 121350559 w 37"/>
              <a:gd name="T7" fmla="*/ 374907662 h 295"/>
              <a:gd name="T8" fmla="*/ 121350559 w 37"/>
              <a:gd name="T9" fmla="*/ 140655272 h 295"/>
              <a:gd name="T10" fmla="*/ 404344316 w 37"/>
              <a:gd name="T11" fmla="*/ 0 h 295"/>
              <a:gd name="T12" fmla="*/ 404344316 w 37"/>
              <a:gd name="T13" fmla="*/ 140655272 h 295"/>
              <a:gd name="T14" fmla="*/ 687455805 w 37"/>
              <a:gd name="T15" fmla="*/ 2147483647 h 295"/>
              <a:gd name="T16" fmla="*/ 930156581 w 37"/>
              <a:gd name="T17" fmla="*/ 2147483647 h 295"/>
              <a:gd name="T18" fmla="*/ 930156581 w 37"/>
              <a:gd name="T19" fmla="*/ 2147483647 h 295"/>
              <a:gd name="T20" fmla="*/ 1051389408 w 37"/>
              <a:gd name="T21" fmla="*/ 2147483647 h 295"/>
              <a:gd name="T22" fmla="*/ 525694532 w 37"/>
              <a:gd name="T23" fmla="*/ 2147483647 h 295"/>
              <a:gd name="T24" fmla="*/ 930156581 w 37"/>
              <a:gd name="T25" fmla="*/ 2147483647 h 29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7"/>
              <a:gd name="T40" fmla="*/ 0 h 295"/>
              <a:gd name="T41" fmla="*/ 37 w 37"/>
              <a:gd name="T42" fmla="*/ 295 h 295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7" h="295" extrusionOk="0">
                <a:moveTo>
                  <a:pt x="36" y="53"/>
                </a:moveTo>
                <a:cubicBezTo>
                  <a:pt x="31" y="46"/>
                  <a:pt x="27" y="35"/>
                  <a:pt x="23" y="29"/>
                </a:cubicBezTo>
                <a:cubicBezTo>
                  <a:pt x="21" y="26"/>
                  <a:pt x="13" y="20"/>
                  <a:pt x="13" y="19"/>
                </a:cubicBezTo>
                <a:cubicBezTo>
                  <a:pt x="12" y="16"/>
                  <a:pt x="3" y="8"/>
                  <a:pt x="3" y="8"/>
                </a:cubicBezTo>
                <a:cubicBezTo>
                  <a:pt x="3" y="2"/>
                  <a:pt x="15" y="5"/>
                  <a:pt x="3" y="3"/>
                </a:cubicBezTo>
                <a:cubicBezTo>
                  <a:pt x="10" y="0"/>
                  <a:pt x="9" y="0"/>
                  <a:pt x="10" y="0"/>
                </a:cubicBezTo>
                <a:cubicBezTo>
                  <a:pt x="14" y="-2"/>
                  <a:pt x="10" y="-1"/>
                  <a:pt x="10" y="3"/>
                </a:cubicBezTo>
                <a:cubicBezTo>
                  <a:pt x="10" y="19"/>
                  <a:pt x="15" y="37"/>
                  <a:pt x="17" y="53"/>
                </a:cubicBezTo>
                <a:cubicBezTo>
                  <a:pt x="21" y="89"/>
                  <a:pt x="25" y="127"/>
                  <a:pt x="23" y="164"/>
                </a:cubicBezTo>
                <a:cubicBezTo>
                  <a:pt x="22" y="192"/>
                  <a:pt x="22" y="217"/>
                  <a:pt x="23" y="244"/>
                </a:cubicBezTo>
                <a:cubicBezTo>
                  <a:pt x="24" y="255"/>
                  <a:pt x="27" y="282"/>
                  <a:pt x="26" y="291"/>
                </a:cubicBezTo>
                <a:cubicBezTo>
                  <a:pt x="26" y="293"/>
                  <a:pt x="19" y="292"/>
                  <a:pt x="13" y="294"/>
                </a:cubicBezTo>
                <a:cubicBezTo>
                  <a:pt x="26" y="288"/>
                  <a:pt x="18" y="292"/>
                  <a:pt x="23" y="289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Ink 41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757488" y="3295650"/>
            <a:ext cx="4762" cy="3175"/>
          </a:xfrm>
          <a:custGeom>
            <a:avLst/>
            <a:gdLst>
              <a:gd name="T0" fmla="*/ 811298910 w 11"/>
              <a:gd name="T1" fmla="*/ 351204036 h 9"/>
              <a:gd name="T2" fmla="*/ 567853348 w 11"/>
              <a:gd name="T3" fmla="*/ 0 h 9"/>
              <a:gd name="T4" fmla="*/ 0 w 11"/>
              <a:gd name="T5" fmla="*/ 0 h 9"/>
              <a:gd name="T6" fmla="*/ 567853348 w 11"/>
              <a:gd name="T7" fmla="*/ 87863186 h 9"/>
              <a:gd name="T8" fmla="*/ 0 60000 65536"/>
              <a:gd name="T9" fmla="*/ 0 60000 65536"/>
              <a:gd name="T10" fmla="*/ 0 60000 65536"/>
              <a:gd name="T11" fmla="*/ 0 60000 65536"/>
              <a:gd name="T12" fmla="*/ 0 w 11"/>
              <a:gd name="T13" fmla="*/ 0 h 9"/>
              <a:gd name="T14" fmla="*/ 11 w 11"/>
              <a:gd name="T15" fmla="*/ 9 h 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" h="9" extrusionOk="0">
                <a:moveTo>
                  <a:pt x="10" y="8"/>
                </a:moveTo>
                <a:cubicBezTo>
                  <a:pt x="5" y="6"/>
                  <a:pt x="10" y="1"/>
                  <a:pt x="7" y="0"/>
                </a:cubicBezTo>
                <a:cubicBezTo>
                  <a:pt x="3" y="0"/>
                  <a:pt x="2" y="0"/>
                  <a:pt x="0" y="0"/>
                </a:cubicBezTo>
                <a:cubicBezTo>
                  <a:pt x="11" y="3"/>
                  <a:pt x="0" y="0"/>
                  <a:pt x="7" y="2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Ink 42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741613" y="3294063"/>
            <a:ext cx="184150" cy="19050"/>
          </a:xfrm>
          <a:custGeom>
            <a:avLst/>
            <a:gdLst>
              <a:gd name="T0" fmla="*/ 941587114 w 510"/>
              <a:gd name="T1" fmla="*/ 0 h 56"/>
              <a:gd name="T2" fmla="*/ 1553580031 w 510"/>
              <a:gd name="T3" fmla="*/ 314878130 h 56"/>
              <a:gd name="T4" fmla="*/ 1694779029 w 510"/>
              <a:gd name="T5" fmla="*/ 393684579 h 56"/>
              <a:gd name="T6" fmla="*/ 1694779029 w 510"/>
              <a:gd name="T7" fmla="*/ 629871921 h 56"/>
              <a:gd name="T8" fmla="*/ 1412250683 w 510"/>
              <a:gd name="T9" fmla="*/ 629871921 h 56"/>
              <a:gd name="T10" fmla="*/ 1883044240 w 510"/>
              <a:gd name="T11" fmla="*/ 905404658 h 56"/>
              <a:gd name="T12" fmla="*/ 1553580031 w 510"/>
              <a:gd name="T13" fmla="*/ 1023556160 h 56"/>
              <a:gd name="T14" fmla="*/ 800257766 w 510"/>
              <a:gd name="T15" fmla="*/ 1338434290 h 56"/>
              <a:gd name="T16" fmla="*/ 470793557 w 510"/>
              <a:gd name="T17" fmla="*/ 1535276579 h 56"/>
              <a:gd name="T18" fmla="*/ 141198998 w 510"/>
              <a:gd name="T19" fmla="*/ 1535276579 h 56"/>
              <a:gd name="T20" fmla="*/ 0 w 510"/>
              <a:gd name="T21" fmla="*/ 1456586132 h 56"/>
              <a:gd name="T22" fmla="*/ 329594559 w 510"/>
              <a:gd name="T23" fmla="*/ 1456586132 h 56"/>
              <a:gd name="T24" fmla="*/ 800257766 w 510"/>
              <a:gd name="T25" fmla="*/ 1535276579 h 56"/>
              <a:gd name="T26" fmla="*/ 1694779029 w 510"/>
              <a:gd name="T27" fmla="*/ 1653428081 h 56"/>
              <a:gd name="T28" fmla="*/ 2147483647 w 510"/>
              <a:gd name="T29" fmla="*/ 1653428081 h 56"/>
              <a:gd name="T30" fmla="*/ 2147483647 w 510"/>
              <a:gd name="T31" fmla="*/ 1535276579 h 56"/>
              <a:gd name="T32" fmla="*/ 2147483647 w 510"/>
              <a:gd name="T33" fmla="*/ 1771464263 h 56"/>
              <a:gd name="T34" fmla="*/ 2147483647 w 510"/>
              <a:gd name="T35" fmla="*/ 2086342053 h 56"/>
              <a:gd name="T36" fmla="*/ 2147483647 w 510"/>
              <a:gd name="T37" fmla="*/ 1850154710 h 56"/>
              <a:gd name="T38" fmla="*/ 2147483647 w 510"/>
              <a:gd name="T39" fmla="*/ 1220398449 h 56"/>
              <a:gd name="T40" fmla="*/ 2147483647 w 510"/>
              <a:gd name="T41" fmla="*/ 905404658 h 56"/>
              <a:gd name="T42" fmla="*/ 2147483647 w 510"/>
              <a:gd name="T43" fmla="*/ 905404658 h 56"/>
              <a:gd name="T44" fmla="*/ 2147483647 w 510"/>
              <a:gd name="T45" fmla="*/ 1220398449 h 56"/>
              <a:gd name="T46" fmla="*/ 2147483647 w 510"/>
              <a:gd name="T47" fmla="*/ 1141592341 h 56"/>
              <a:gd name="T48" fmla="*/ 2147483647 w 510"/>
              <a:gd name="T49" fmla="*/ 1023556160 h 56"/>
              <a:gd name="T50" fmla="*/ 2147483647 w 510"/>
              <a:gd name="T51" fmla="*/ 1141592341 h 56"/>
              <a:gd name="T52" fmla="*/ 2147483647 w 510"/>
              <a:gd name="T53" fmla="*/ 1141592341 h 56"/>
              <a:gd name="T54" fmla="*/ 2147483647 w 510"/>
              <a:gd name="T55" fmla="*/ 1220398449 h 56"/>
              <a:gd name="T56" fmla="*/ 2147483647 w 510"/>
              <a:gd name="T57" fmla="*/ 1220398449 h 56"/>
              <a:gd name="T58" fmla="*/ 2147483647 w 510"/>
              <a:gd name="T59" fmla="*/ 1141592341 h 56"/>
              <a:gd name="T60" fmla="*/ 2147483647 w 510"/>
              <a:gd name="T61" fmla="*/ 1023556160 h 56"/>
              <a:gd name="T62" fmla="*/ 2147483647 w 510"/>
              <a:gd name="T63" fmla="*/ 1023556160 h 56"/>
              <a:gd name="T64" fmla="*/ 2147483647 w 510"/>
              <a:gd name="T65" fmla="*/ 826714211 h 5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0"/>
              <a:gd name="T100" fmla="*/ 0 h 56"/>
              <a:gd name="T101" fmla="*/ 510 w 510"/>
              <a:gd name="T102" fmla="*/ 56 h 5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0" h="56" extrusionOk="0">
                <a:moveTo>
                  <a:pt x="20" y="0"/>
                </a:moveTo>
                <a:cubicBezTo>
                  <a:pt x="24" y="2"/>
                  <a:pt x="32" y="8"/>
                  <a:pt x="33" y="8"/>
                </a:cubicBezTo>
                <a:cubicBezTo>
                  <a:pt x="37" y="10"/>
                  <a:pt x="35" y="6"/>
                  <a:pt x="36" y="10"/>
                </a:cubicBezTo>
                <a:cubicBezTo>
                  <a:pt x="37" y="14"/>
                  <a:pt x="40" y="15"/>
                  <a:pt x="36" y="16"/>
                </a:cubicBezTo>
                <a:cubicBezTo>
                  <a:pt x="33" y="17"/>
                  <a:pt x="33" y="15"/>
                  <a:pt x="30" y="16"/>
                </a:cubicBezTo>
                <a:cubicBezTo>
                  <a:pt x="32" y="18"/>
                  <a:pt x="38" y="20"/>
                  <a:pt x="40" y="23"/>
                </a:cubicBezTo>
                <a:cubicBezTo>
                  <a:pt x="44" y="27"/>
                  <a:pt x="38" y="24"/>
                  <a:pt x="33" y="26"/>
                </a:cubicBezTo>
                <a:cubicBezTo>
                  <a:pt x="27" y="28"/>
                  <a:pt x="21" y="32"/>
                  <a:pt x="17" y="34"/>
                </a:cubicBezTo>
                <a:cubicBezTo>
                  <a:pt x="12" y="36"/>
                  <a:pt x="15" y="38"/>
                  <a:pt x="10" y="39"/>
                </a:cubicBezTo>
                <a:cubicBezTo>
                  <a:pt x="6" y="40"/>
                  <a:pt x="7" y="39"/>
                  <a:pt x="3" y="39"/>
                </a:cubicBezTo>
                <a:cubicBezTo>
                  <a:pt x="3" y="37"/>
                  <a:pt x="3" y="36"/>
                  <a:pt x="0" y="37"/>
                </a:cubicBezTo>
                <a:cubicBezTo>
                  <a:pt x="2" y="37"/>
                  <a:pt x="1" y="34"/>
                  <a:pt x="7" y="37"/>
                </a:cubicBezTo>
                <a:cubicBezTo>
                  <a:pt x="12" y="40"/>
                  <a:pt x="11" y="39"/>
                  <a:pt x="17" y="39"/>
                </a:cubicBezTo>
                <a:cubicBezTo>
                  <a:pt x="24" y="39"/>
                  <a:pt x="30" y="42"/>
                  <a:pt x="36" y="42"/>
                </a:cubicBezTo>
                <a:cubicBezTo>
                  <a:pt x="42" y="42"/>
                  <a:pt x="54" y="42"/>
                  <a:pt x="60" y="42"/>
                </a:cubicBezTo>
                <a:cubicBezTo>
                  <a:pt x="71" y="41"/>
                  <a:pt x="81" y="37"/>
                  <a:pt x="93" y="39"/>
                </a:cubicBezTo>
                <a:cubicBezTo>
                  <a:pt x="105" y="41"/>
                  <a:pt x="117" y="44"/>
                  <a:pt x="129" y="45"/>
                </a:cubicBezTo>
                <a:cubicBezTo>
                  <a:pt x="144" y="46"/>
                  <a:pt x="157" y="50"/>
                  <a:pt x="172" y="53"/>
                </a:cubicBezTo>
                <a:cubicBezTo>
                  <a:pt x="191" y="57"/>
                  <a:pt x="214" y="51"/>
                  <a:pt x="232" y="47"/>
                </a:cubicBezTo>
                <a:cubicBezTo>
                  <a:pt x="257" y="41"/>
                  <a:pt x="283" y="36"/>
                  <a:pt x="308" y="31"/>
                </a:cubicBezTo>
                <a:cubicBezTo>
                  <a:pt x="327" y="27"/>
                  <a:pt x="342" y="23"/>
                  <a:pt x="361" y="23"/>
                </a:cubicBezTo>
                <a:cubicBezTo>
                  <a:pt x="373" y="23"/>
                  <a:pt x="389" y="22"/>
                  <a:pt x="400" y="23"/>
                </a:cubicBezTo>
                <a:cubicBezTo>
                  <a:pt x="418" y="25"/>
                  <a:pt x="435" y="30"/>
                  <a:pt x="453" y="31"/>
                </a:cubicBezTo>
                <a:cubicBezTo>
                  <a:pt x="468" y="32"/>
                  <a:pt x="499" y="31"/>
                  <a:pt x="503" y="29"/>
                </a:cubicBezTo>
                <a:cubicBezTo>
                  <a:pt x="506" y="29"/>
                  <a:pt x="508" y="29"/>
                  <a:pt x="509" y="26"/>
                </a:cubicBezTo>
                <a:cubicBezTo>
                  <a:pt x="506" y="30"/>
                  <a:pt x="501" y="24"/>
                  <a:pt x="503" y="29"/>
                </a:cubicBezTo>
                <a:cubicBezTo>
                  <a:pt x="504" y="29"/>
                  <a:pt x="505" y="29"/>
                  <a:pt x="506" y="29"/>
                </a:cubicBezTo>
                <a:cubicBezTo>
                  <a:pt x="515" y="35"/>
                  <a:pt x="502" y="26"/>
                  <a:pt x="509" y="31"/>
                </a:cubicBezTo>
                <a:cubicBezTo>
                  <a:pt x="505" y="28"/>
                  <a:pt x="511" y="32"/>
                  <a:pt x="506" y="31"/>
                </a:cubicBezTo>
                <a:cubicBezTo>
                  <a:pt x="503" y="30"/>
                  <a:pt x="506" y="30"/>
                  <a:pt x="503" y="29"/>
                </a:cubicBezTo>
                <a:cubicBezTo>
                  <a:pt x="505" y="24"/>
                  <a:pt x="510" y="28"/>
                  <a:pt x="506" y="26"/>
                </a:cubicBezTo>
                <a:cubicBezTo>
                  <a:pt x="503" y="25"/>
                  <a:pt x="506" y="26"/>
                  <a:pt x="503" y="26"/>
                </a:cubicBezTo>
                <a:cubicBezTo>
                  <a:pt x="503" y="16"/>
                  <a:pt x="503" y="36"/>
                  <a:pt x="503" y="21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Ink 43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732088" y="3289300"/>
            <a:ext cx="220662" cy="25400"/>
          </a:xfrm>
          <a:custGeom>
            <a:avLst/>
            <a:gdLst>
              <a:gd name="T0" fmla="*/ 2147483647 w 613"/>
              <a:gd name="T1" fmla="*/ 1146673203 h 70"/>
              <a:gd name="T2" fmla="*/ 2147483647 w 613"/>
              <a:gd name="T3" fmla="*/ 238840917 h 70"/>
              <a:gd name="T4" fmla="*/ 2147483647 w 613"/>
              <a:gd name="T5" fmla="*/ 0 h 70"/>
              <a:gd name="T6" fmla="*/ 2147483647 w 613"/>
              <a:gd name="T7" fmla="*/ 382224280 h 70"/>
              <a:gd name="T8" fmla="*/ 2147483647 w 613"/>
              <a:gd name="T9" fmla="*/ 1003289477 h 70"/>
              <a:gd name="T10" fmla="*/ 2147483647 w 613"/>
              <a:gd name="T11" fmla="*/ 1624355037 h 70"/>
              <a:gd name="T12" fmla="*/ 1072783410 w 613"/>
              <a:gd name="T13" fmla="*/ 2147483647 h 70"/>
              <a:gd name="T14" fmla="*/ 466483788 w 613"/>
              <a:gd name="T15" fmla="*/ 2147483647 h 70"/>
              <a:gd name="T16" fmla="*/ 0 w 613"/>
              <a:gd name="T17" fmla="*/ 2147483647 h 70"/>
              <a:gd name="T18" fmla="*/ 0 w 613"/>
              <a:gd name="T19" fmla="*/ 2147483647 h 70"/>
              <a:gd name="T20" fmla="*/ 1539267198 w 613"/>
              <a:gd name="T21" fmla="*/ 2147483647 h 70"/>
              <a:gd name="T22" fmla="*/ 2147483647 w 613"/>
              <a:gd name="T23" fmla="*/ 2006579317 h 70"/>
              <a:gd name="T24" fmla="*/ 2147483647 w 613"/>
              <a:gd name="T25" fmla="*/ 1528765766 h 70"/>
              <a:gd name="T26" fmla="*/ 2147483647 w 613"/>
              <a:gd name="T27" fmla="*/ 1767738400 h 70"/>
              <a:gd name="T28" fmla="*/ 2147483647 w 613"/>
              <a:gd name="T29" fmla="*/ 1767738400 h 70"/>
              <a:gd name="T30" fmla="*/ 2147483647 w 613"/>
              <a:gd name="T31" fmla="*/ 1910990409 h 70"/>
              <a:gd name="T32" fmla="*/ 2147483647 w 613"/>
              <a:gd name="T33" fmla="*/ 1767738400 h 70"/>
              <a:gd name="T34" fmla="*/ 2147483647 w 613"/>
              <a:gd name="T35" fmla="*/ 1528765766 h 70"/>
              <a:gd name="T36" fmla="*/ 2147483647 w 613"/>
              <a:gd name="T37" fmla="*/ 1146673203 h 70"/>
              <a:gd name="T38" fmla="*/ 2147483647 w 613"/>
              <a:gd name="T39" fmla="*/ 1289924849 h 70"/>
              <a:gd name="T40" fmla="*/ 2147483647 w 613"/>
              <a:gd name="T41" fmla="*/ 1289924849 h 70"/>
              <a:gd name="T42" fmla="*/ 2147483647 w 613"/>
              <a:gd name="T43" fmla="*/ 1528765766 h 70"/>
              <a:gd name="T44" fmla="*/ 2147483647 w 613"/>
              <a:gd name="T45" fmla="*/ 1385514120 h 70"/>
              <a:gd name="T46" fmla="*/ 2147483647 w 613"/>
              <a:gd name="T47" fmla="*/ 1528765766 h 70"/>
              <a:gd name="T48" fmla="*/ 2147483647 w 613"/>
              <a:gd name="T49" fmla="*/ 1624355037 h 70"/>
              <a:gd name="T50" fmla="*/ 2147483647 w 613"/>
              <a:gd name="T51" fmla="*/ 1624355037 h 70"/>
              <a:gd name="T52" fmla="*/ 2147483647 w 613"/>
              <a:gd name="T53" fmla="*/ 1528765766 h 70"/>
              <a:gd name="T54" fmla="*/ 2147483647 w 613"/>
              <a:gd name="T55" fmla="*/ 1624355037 h 70"/>
              <a:gd name="T56" fmla="*/ 2147483647 w 613"/>
              <a:gd name="T57" fmla="*/ 1624355037 h 70"/>
              <a:gd name="T58" fmla="*/ 2147483647 w 613"/>
              <a:gd name="T59" fmla="*/ 1528765766 h 70"/>
              <a:gd name="T60" fmla="*/ 2147483647 w 613"/>
              <a:gd name="T61" fmla="*/ 1385514120 h 70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613"/>
              <a:gd name="T94" fmla="*/ 0 h 70"/>
              <a:gd name="T95" fmla="*/ 613 w 613"/>
              <a:gd name="T96" fmla="*/ 70 h 70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613" h="70" extrusionOk="0">
                <a:moveTo>
                  <a:pt x="86" y="24"/>
                </a:moveTo>
                <a:cubicBezTo>
                  <a:pt x="83" y="15"/>
                  <a:pt x="80" y="12"/>
                  <a:pt x="76" y="5"/>
                </a:cubicBezTo>
                <a:cubicBezTo>
                  <a:pt x="75" y="2"/>
                  <a:pt x="74" y="1"/>
                  <a:pt x="73" y="0"/>
                </a:cubicBezTo>
                <a:cubicBezTo>
                  <a:pt x="72" y="1"/>
                  <a:pt x="63" y="5"/>
                  <a:pt x="63" y="8"/>
                </a:cubicBezTo>
                <a:cubicBezTo>
                  <a:pt x="63" y="11"/>
                  <a:pt x="69" y="15"/>
                  <a:pt x="66" y="21"/>
                </a:cubicBezTo>
                <a:cubicBezTo>
                  <a:pt x="64" y="25"/>
                  <a:pt x="56" y="32"/>
                  <a:pt x="53" y="34"/>
                </a:cubicBezTo>
                <a:cubicBezTo>
                  <a:pt x="43" y="41"/>
                  <a:pt x="33" y="42"/>
                  <a:pt x="23" y="48"/>
                </a:cubicBezTo>
                <a:cubicBezTo>
                  <a:pt x="19" y="51"/>
                  <a:pt x="15" y="58"/>
                  <a:pt x="10" y="61"/>
                </a:cubicBezTo>
                <a:cubicBezTo>
                  <a:pt x="5" y="64"/>
                  <a:pt x="4" y="64"/>
                  <a:pt x="0" y="66"/>
                </a:cubicBezTo>
                <a:cubicBezTo>
                  <a:pt x="0" y="69"/>
                  <a:pt x="0" y="70"/>
                  <a:pt x="0" y="66"/>
                </a:cubicBezTo>
                <a:cubicBezTo>
                  <a:pt x="9" y="64"/>
                  <a:pt x="21" y="59"/>
                  <a:pt x="33" y="56"/>
                </a:cubicBezTo>
                <a:cubicBezTo>
                  <a:pt x="53" y="51"/>
                  <a:pt x="73" y="49"/>
                  <a:pt x="93" y="42"/>
                </a:cubicBezTo>
                <a:cubicBezTo>
                  <a:pt x="106" y="37"/>
                  <a:pt x="121" y="33"/>
                  <a:pt x="133" y="32"/>
                </a:cubicBezTo>
                <a:cubicBezTo>
                  <a:pt x="151" y="31"/>
                  <a:pt x="167" y="36"/>
                  <a:pt x="185" y="37"/>
                </a:cubicBezTo>
                <a:cubicBezTo>
                  <a:pt x="194" y="38"/>
                  <a:pt x="204" y="34"/>
                  <a:pt x="215" y="37"/>
                </a:cubicBezTo>
                <a:cubicBezTo>
                  <a:pt x="229" y="41"/>
                  <a:pt x="241" y="40"/>
                  <a:pt x="255" y="40"/>
                </a:cubicBezTo>
                <a:cubicBezTo>
                  <a:pt x="272" y="40"/>
                  <a:pt x="287" y="40"/>
                  <a:pt x="305" y="37"/>
                </a:cubicBezTo>
                <a:cubicBezTo>
                  <a:pt x="329" y="33"/>
                  <a:pt x="353" y="35"/>
                  <a:pt x="377" y="32"/>
                </a:cubicBezTo>
                <a:cubicBezTo>
                  <a:pt x="394" y="30"/>
                  <a:pt x="411" y="25"/>
                  <a:pt x="427" y="24"/>
                </a:cubicBezTo>
                <a:cubicBezTo>
                  <a:pt x="445" y="23"/>
                  <a:pt x="464" y="28"/>
                  <a:pt x="480" y="27"/>
                </a:cubicBezTo>
                <a:cubicBezTo>
                  <a:pt x="487" y="27"/>
                  <a:pt x="491" y="25"/>
                  <a:pt x="500" y="27"/>
                </a:cubicBezTo>
                <a:cubicBezTo>
                  <a:pt x="508" y="28"/>
                  <a:pt x="513" y="32"/>
                  <a:pt x="520" y="32"/>
                </a:cubicBezTo>
                <a:cubicBezTo>
                  <a:pt x="524" y="32"/>
                  <a:pt x="533" y="29"/>
                  <a:pt x="539" y="29"/>
                </a:cubicBezTo>
                <a:cubicBezTo>
                  <a:pt x="545" y="29"/>
                  <a:pt x="552" y="30"/>
                  <a:pt x="559" y="32"/>
                </a:cubicBezTo>
                <a:cubicBezTo>
                  <a:pt x="566" y="33"/>
                  <a:pt x="572" y="33"/>
                  <a:pt x="579" y="34"/>
                </a:cubicBezTo>
                <a:cubicBezTo>
                  <a:pt x="586" y="35"/>
                  <a:pt x="589" y="34"/>
                  <a:pt x="596" y="34"/>
                </a:cubicBezTo>
                <a:cubicBezTo>
                  <a:pt x="601" y="34"/>
                  <a:pt x="604" y="32"/>
                  <a:pt x="609" y="32"/>
                </a:cubicBezTo>
                <a:cubicBezTo>
                  <a:pt x="610" y="33"/>
                  <a:pt x="611" y="33"/>
                  <a:pt x="612" y="34"/>
                </a:cubicBezTo>
                <a:cubicBezTo>
                  <a:pt x="608" y="35"/>
                  <a:pt x="609" y="31"/>
                  <a:pt x="605" y="34"/>
                </a:cubicBezTo>
                <a:cubicBezTo>
                  <a:pt x="593" y="42"/>
                  <a:pt x="609" y="34"/>
                  <a:pt x="609" y="32"/>
                </a:cubicBezTo>
                <a:cubicBezTo>
                  <a:pt x="608" y="31"/>
                  <a:pt x="606" y="30"/>
                  <a:pt x="605" y="29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Ink 47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786063" y="3028950"/>
            <a:ext cx="17462" cy="39688"/>
          </a:xfrm>
          <a:custGeom>
            <a:avLst/>
            <a:gdLst>
              <a:gd name="T0" fmla="*/ 2070263070 w 48"/>
              <a:gd name="T1" fmla="*/ 0 h 109"/>
              <a:gd name="T2" fmla="*/ 1925875249 w 48"/>
              <a:gd name="T3" fmla="*/ 386194461 h 109"/>
              <a:gd name="T4" fmla="*/ 1588794258 w 48"/>
              <a:gd name="T5" fmla="*/ 241421012 h 109"/>
              <a:gd name="T6" fmla="*/ 962937625 w 48"/>
              <a:gd name="T7" fmla="*/ 1110325324 h 109"/>
              <a:gd name="T8" fmla="*/ 337080991 w 48"/>
              <a:gd name="T9" fmla="*/ 2147483647 h 109"/>
              <a:gd name="T10" fmla="*/ 0 w 48"/>
              <a:gd name="T11" fmla="*/ 2147483647 h 109"/>
              <a:gd name="T12" fmla="*/ 481468812 w 48"/>
              <a:gd name="T13" fmla="*/ 2147483647 h 109"/>
              <a:gd name="T14" fmla="*/ 1588794258 w 48"/>
              <a:gd name="T15" fmla="*/ 2147483647 h 109"/>
              <a:gd name="T16" fmla="*/ 2147483647 w 48"/>
              <a:gd name="T17" fmla="*/ 2147483647 h 109"/>
              <a:gd name="T18" fmla="*/ 2070263070 w 48"/>
              <a:gd name="T19" fmla="*/ 2147483647 h 109"/>
              <a:gd name="T20" fmla="*/ 1925875249 w 48"/>
              <a:gd name="T21" fmla="*/ 2147483647 h 1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8"/>
              <a:gd name="T34" fmla="*/ 0 h 109"/>
              <a:gd name="T35" fmla="*/ 48 w 48"/>
              <a:gd name="T36" fmla="*/ 109 h 1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8" h="109" extrusionOk="0">
                <a:moveTo>
                  <a:pt x="43" y="0"/>
                </a:moveTo>
                <a:cubicBezTo>
                  <a:pt x="43" y="4"/>
                  <a:pt x="42" y="6"/>
                  <a:pt x="40" y="8"/>
                </a:cubicBezTo>
                <a:cubicBezTo>
                  <a:pt x="35" y="1"/>
                  <a:pt x="37" y="3"/>
                  <a:pt x="33" y="5"/>
                </a:cubicBezTo>
                <a:cubicBezTo>
                  <a:pt x="22" y="10"/>
                  <a:pt x="24" y="12"/>
                  <a:pt x="20" y="23"/>
                </a:cubicBezTo>
                <a:cubicBezTo>
                  <a:pt x="14" y="38"/>
                  <a:pt x="10" y="47"/>
                  <a:pt x="7" y="63"/>
                </a:cubicBezTo>
                <a:cubicBezTo>
                  <a:pt x="5" y="75"/>
                  <a:pt x="0" y="82"/>
                  <a:pt x="0" y="95"/>
                </a:cubicBezTo>
                <a:cubicBezTo>
                  <a:pt x="0" y="103"/>
                  <a:pt x="1" y="106"/>
                  <a:pt x="10" y="108"/>
                </a:cubicBezTo>
                <a:cubicBezTo>
                  <a:pt x="19" y="110"/>
                  <a:pt x="27" y="106"/>
                  <a:pt x="33" y="100"/>
                </a:cubicBezTo>
                <a:cubicBezTo>
                  <a:pt x="37" y="96"/>
                  <a:pt x="48" y="82"/>
                  <a:pt x="47" y="76"/>
                </a:cubicBezTo>
                <a:cubicBezTo>
                  <a:pt x="47" y="73"/>
                  <a:pt x="48" y="61"/>
                  <a:pt x="43" y="63"/>
                </a:cubicBezTo>
                <a:cubicBezTo>
                  <a:pt x="43" y="63"/>
                  <a:pt x="41" y="65"/>
                  <a:pt x="40" y="71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Ink 48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595563" y="3340100"/>
            <a:ext cx="88900" cy="119063"/>
          </a:xfrm>
          <a:custGeom>
            <a:avLst/>
            <a:gdLst>
              <a:gd name="T0" fmla="*/ 2147483647 w 249"/>
              <a:gd name="T1" fmla="*/ 368984485 h 332"/>
              <a:gd name="T2" fmla="*/ 2147483647 w 249"/>
              <a:gd name="T3" fmla="*/ 737968971 h 332"/>
              <a:gd name="T4" fmla="*/ 2147483647 w 249"/>
              <a:gd name="T5" fmla="*/ 968568181 h 332"/>
              <a:gd name="T6" fmla="*/ 2147483647 w 249"/>
              <a:gd name="T7" fmla="*/ 507369761 h 332"/>
              <a:gd name="T8" fmla="*/ 2147483647 w 249"/>
              <a:gd name="T9" fmla="*/ 368984485 h 332"/>
              <a:gd name="T10" fmla="*/ 2147483647 w 249"/>
              <a:gd name="T11" fmla="*/ 276770550 h 332"/>
              <a:gd name="T12" fmla="*/ 2147483647 w 249"/>
              <a:gd name="T13" fmla="*/ 276770550 h 332"/>
              <a:gd name="T14" fmla="*/ 2147483647 w 249"/>
              <a:gd name="T15" fmla="*/ 0 h 332"/>
              <a:gd name="T16" fmla="*/ 2147483647 w 249"/>
              <a:gd name="T17" fmla="*/ 138385275 h 332"/>
              <a:gd name="T18" fmla="*/ 2147483647 w 249"/>
              <a:gd name="T19" fmla="*/ 276770550 h 332"/>
              <a:gd name="T20" fmla="*/ 2147483647 w 249"/>
              <a:gd name="T21" fmla="*/ 876353887 h 332"/>
              <a:gd name="T22" fmla="*/ 2147483647 w 249"/>
              <a:gd name="T23" fmla="*/ 1614322858 h 332"/>
              <a:gd name="T24" fmla="*/ 2147483647 w 249"/>
              <a:gd name="T25" fmla="*/ 2147483647 h 332"/>
              <a:gd name="T26" fmla="*/ 2147483647 w 249"/>
              <a:gd name="T27" fmla="*/ 2147483647 h 332"/>
              <a:gd name="T28" fmla="*/ 2147483647 w 249"/>
              <a:gd name="T29" fmla="*/ 2147483647 h 332"/>
              <a:gd name="T30" fmla="*/ 2147483647 w 249"/>
              <a:gd name="T31" fmla="*/ 2147483647 h 332"/>
              <a:gd name="T32" fmla="*/ 2147483647 w 249"/>
              <a:gd name="T33" fmla="*/ 2147483647 h 332"/>
              <a:gd name="T34" fmla="*/ 2147483647 w 249"/>
              <a:gd name="T35" fmla="*/ 2147483647 h 332"/>
              <a:gd name="T36" fmla="*/ 2147483647 w 249"/>
              <a:gd name="T37" fmla="*/ 2147483647 h 332"/>
              <a:gd name="T38" fmla="*/ 2147483647 w 249"/>
              <a:gd name="T39" fmla="*/ 2147483647 h 332"/>
              <a:gd name="T40" fmla="*/ 2147483647 w 249"/>
              <a:gd name="T41" fmla="*/ 2147483647 h 332"/>
              <a:gd name="T42" fmla="*/ 2147483647 w 249"/>
              <a:gd name="T43" fmla="*/ 2147483647 h 332"/>
              <a:gd name="T44" fmla="*/ 2147483647 w 249"/>
              <a:gd name="T45" fmla="*/ 2147483647 h 332"/>
              <a:gd name="T46" fmla="*/ 2147483647 w 249"/>
              <a:gd name="T47" fmla="*/ 2147483647 h 332"/>
              <a:gd name="T48" fmla="*/ 2147483647 w 249"/>
              <a:gd name="T49" fmla="*/ 2147483647 h 332"/>
              <a:gd name="T50" fmla="*/ 2147483647 w 249"/>
              <a:gd name="T51" fmla="*/ 2147483647 h 332"/>
              <a:gd name="T52" fmla="*/ 2147483647 w 249"/>
              <a:gd name="T53" fmla="*/ 2147483647 h 332"/>
              <a:gd name="T54" fmla="*/ 2147483647 w 249"/>
              <a:gd name="T55" fmla="*/ 2147483647 h 332"/>
              <a:gd name="T56" fmla="*/ 2147483647 w 249"/>
              <a:gd name="T57" fmla="*/ 2147483647 h 332"/>
              <a:gd name="T58" fmla="*/ 1956905359 w 249"/>
              <a:gd name="T59" fmla="*/ 2147483647 h 332"/>
              <a:gd name="T60" fmla="*/ 1228801863 w 249"/>
              <a:gd name="T61" fmla="*/ 2147483647 h 332"/>
              <a:gd name="T62" fmla="*/ 773609942 w 249"/>
              <a:gd name="T63" fmla="*/ 2147483647 h 332"/>
              <a:gd name="T64" fmla="*/ 318545123 w 249"/>
              <a:gd name="T65" fmla="*/ 2147483647 h 332"/>
              <a:gd name="T66" fmla="*/ 136519339 w 249"/>
              <a:gd name="T67" fmla="*/ 2147483647 h 332"/>
              <a:gd name="T68" fmla="*/ 910256740 w 249"/>
              <a:gd name="T69" fmla="*/ 2147483647 h 332"/>
              <a:gd name="T70" fmla="*/ 1683866325 w 249"/>
              <a:gd name="T71" fmla="*/ 2147483647 h 332"/>
              <a:gd name="T72" fmla="*/ 2147483647 w 249"/>
              <a:gd name="T73" fmla="*/ 2147483647 h 332"/>
              <a:gd name="T74" fmla="*/ 2147483647 w 249"/>
              <a:gd name="T75" fmla="*/ 2147483647 h 332"/>
              <a:gd name="T76" fmla="*/ 2147483647 w 249"/>
              <a:gd name="T77" fmla="*/ 2147483647 h 332"/>
              <a:gd name="T78" fmla="*/ 2147483647 w 249"/>
              <a:gd name="T79" fmla="*/ 2147483647 h 332"/>
              <a:gd name="T80" fmla="*/ 2147483647 w 249"/>
              <a:gd name="T81" fmla="*/ 2147483647 h 332"/>
              <a:gd name="T82" fmla="*/ 2147483647 w 249"/>
              <a:gd name="T83" fmla="*/ 2147483647 h 332"/>
              <a:gd name="T84" fmla="*/ 2147483647 w 249"/>
              <a:gd name="T85" fmla="*/ 2147483647 h 332"/>
              <a:gd name="T86" fmla="*/ 2147483647 w 249"/>
              <a:gd name="T87" fmla="*/ 2147483647 h 332"/>
              <a:gd name="T88" fmla="*/ 2147483647 w 249"/>
              <a:gd name="T89" fmla="*/ 2147483647 h 332"/>
              <a:gd name="T90" fmla="*/ 2147483647 w 249"/>
              <a:gd name="T91" fmla="*/ 2147483647 h 332"/>
              <a:gd name="T92" fmla="*/ 2147483647 w 249"/>
              <a:gd name="T93" fmla="*/ 2147483647 h 332"/>
              <a:gd name="T94" fmla="*/ 2147483647 w 249"/>
              <a:gd name="T95" fmla="*/ 2147483647 h 332"/>
              <a:gd name="T96" fmla="*/ 2147483647 w 249"/>
              <a:gd name="T97" fmla="*/ 2147483647 h 332"/>
              <a:gd name="T98" fmla="*/ 2147483647 w 249"/>
              <a:gd name="T99" fmla="*/ 2147483647 h 332"/>
              <a:gd name="T100" fmla="*/ 2147483647 w 249"/>
              <a:gd name="T101" fmla="*/ 2147483647 h 332"/>
              <a:gd name="T102" fmla="*/ 2147483647 w 249"/>
              <a:gd name="T103" fmla="*/ 2147483647 h 332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249"/>
              <a:gd name="T157" fmla="*/ 0 h 332"/>
              <a:gd name="T158" fmla="*/ 249 w 249"/>
              <a:gd name="T159" fmla="*/ 332 h 332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249" h="332" extrusionOk="0">
                <a:moveTo>
                  <a:pt x="93" y="8"/>
                </a:moveTo>
                <a:cubicBezTo>
                  <a:pt x="89" y="13"/>
                  <a:pt x="86" y="11"/>
                  <a:pt x="83" y="16"/>
                </a:cubicBezTo>
                <a:cubicBezTo>
                  <a:pt x="81" y="19"/>
                  <a:pt x="82" y="23"/>
                  <a:pt x="86" y="21"/>
                </a:cubicBezTo>
                <a:cubicBezTo>
                  <a:pt x="88" y="20"/>
                  <a:pt x="94" y="12"/>
                  <a:pt x="96" y="11"/>
                </a:cubicBezTo>
                <a:cubicBezTo>
                  <a:pt x="98" y="10"/>
                  <a:pt x="95" y="15"/>
                  <a:pt x="99" y="8"/>
                </a:cubicBezTo>
                <a:cubicBezTo>
                  <a:pt x="99" y="7"/>
                  <a:pt x="99" y="7"/>
                  <a:pt x="99" y="6"/>
                </a:cubicBezTo>
                <a:cubicBezTo>
                  <a:pt x="99" y="6"/>
                  <a:pt x="97" y="14"/>
                  <a:pt x="103" y="6"/>
                </a:cubicBezTo>
                <a:cubicBezTo>
                  <a:pt x="103" y="3"/>
                  <a:pt x="103" y="1"/>
                  <a:pt x="106" y="0"/>
                </a:cubicBezTo>
                <a:cubicBezTo>
                  <a:pt x="100" y="3"/>
                  <a:pt x="105" y="2"/>
                  <a:pt x="103" y="3"/>
                </a:cubicBezTo>
                <a:cubicBezTo>
                  <a:pt x="98" y="5"/>
                  <a:pt x="99" y="2"/>
                  <a:pt x="96" y="6"/>
                </a:cubicBezTo>
                <a:cubicBezTo>
                  <a:pt x="92" y="13"/>
                  <a:pt x="97" y="16"/>
                  <a:pt x="96" y="19"/>
                </a:cubicBezTo>
                <a:cubicBezTo>
                  <a:pt x="95" y="25"/>
                  <a:pt x="90" y="28"/>
                  <a:pt x="89" y="35"/>
                </a:cubicBezTo>
                <a:cubicBezTo>
                  <a:pt x="88" y="42"/>
                  <a:pt x="87" y="55"/>
                  <a:pt x="86" y="61"/>
                </a:cubicBezTo>
                <a:cubicBezTo>
                  <a:pt x="86" y="66"/>
                  <a:pt x="89" y="74"/>
                  <a:pt x="89" y="77"/>
                </a:cubicBezTo>
                <a:cubicBezTo>
                  <a:pt x="88" y="85"/>
                  <a:pt x="88" y="82"/>
                  <a:pt x="89" y="90"/>
                </a:cubicBezTo>
                <a:cubicBezTo>
                  <a:pt x="90" y="97"/>
                  <a:pt x="93" y="115"/>
                  <a:pt x="93" y="119"/>
                </a:cubicBezTo>
                <a:cubicBezTo>
                  <a:pt x="92" y="129"/>
                  <a:pt x="92" y="132"/>
                  <a:pt x="93" y="141"/>
                </a:cubicBezTo>
                <a:cubicBezTo>
                  <a:pt x="94" y="149"/>
                  <a:pt x="88" y="162"/>
                  <a:pt x="89" y="167"/>
                </a:cubicBezTo>
                <a:cubicBezTo>
                  <a:pt x="90" y="173"/>
                  <a:pt x="93" y="179"/>
                  <a:pt x="93" y="186"/>
                </a:cubicBezTo>
                <a:cubicBezTo>
                  <a:pt x="93" y="192"/>
                  <a:pt x="96" y="199"/>
                  <a:pt x="96" y="204"/>
                </a:cubicBezTo>
                <a:cubicBezTo>
                  <a:pt x="96" y="209"/>
                  <a:pt x="99" y="220"/>
                  <a:pt x="99" y="223"/>
                </a:cubicBezTo>
                <a:cubicBezTo>
                  <a:pt x="99" y="225"/>
                  <a:pt x="95" y="228"/>
                  <a:pt x="96" y="233"/>
                </a:cubicBezTo>
                <a:cubicBezTo>
                  <a:pt x="97" y="238"/>
                  <a:pt x="99" y="240"/>
                  <a:pt x="99" y="244"/>
                </a:cubicBezTo>
                <a:cubicBezTo>
                  <a:pt x="100" y="250"/>
                  <a:pt x="102" y="256"/>
                  <a:pt x="103" y="260"/>
                </a:cubicBezTo>
                <a:cubicBezTo>
                  <a:pt x="104" y="265"/>
                  <a:pt x="106" y="272"/>
                  <a:pt x="106" y="275"/>
                </a:cubicBezTo>
                <a:cubicBezTo>
                  <a:pt x="107" y="282"/>
                  <a:pt x="111" y="285"/>
                  <a:pt x="106" y="291"/>
                </a:cubicBezTo>
                <a:cubicBezTo>
                  <a:pt x="102" y="296"/>
                  <a:pt x="103" y="292"/>
                  <a:pt x="96" y="291"/>
                </a:cubicBezTo>
                <a:cubicBezTo>
                  <a:pt x="90" y="290"/>
                  <a:pt x="86" y="288"/>
                  <a:pt x="80" y="286"/>
                </a:cubicBezTo>
                <a:cubicBezTo>
                  <a:pt x="73" y="284"/>
                  <a:pt x="67" y="281"/>
                  <a:pt x="60" y="278"/>
                </a:cubicBezTo>
                <a:cubicBezTo>
                  <a:pt x="55" y="276"/>
                  <a:pt x="45" y="266"/>
                  <a:pt x="43" y="265"/>
                </a:cubicBezTo>
                <a:cubicBezTo>
                  <a:pt x="36" y="263"/>
                  <a:pt x="33" y="263"/>
                  <a:pt x="27" y="260"/>
                </a:cubicBezTo>
                <a:cubicBezTo>
                  <a:pt x="22" y="258"/>
                  <a:pt x="22" y="258"/>
                  <a:pt x="17" y="254"/>
                </a:cubicBezTo>
                <a:cubicBezTo>
                  <a:pt x="15" y="252"/>
                  <a:pt x="11" y="251"/>
                  <a:pt x="7" y="249"/>
                </a:cubicBezTo>
                <a:cubicBezTo>
                  <a:pt x="6" y="249"/>
                  <a:pt x="0" y="242"/>
                  <a:pt x="3" y="246"/>
                </a:cubicBezTo>
                <a:cubicBezTo>
                  <a:pt x="5" y="249"/>
                  <a:pt x="15" y="256"/>
                  <a:pt x="20" y="260"/>
                </a:cubicBezTo>
                <a:cubicBezTo>
                  <a:pt x="25" y="264"/>
                  <a:pt x="31" y="268"/>
                  <a:pt x="37" y="273"/>
                </a:cubicBezTo>
                <a:cubicBezTo>
                  <a:pt x="42" y="277"/>
                  <a:pt x="47" y="282"/>
                  <a:pt x="50" y="286"/>
                </a:cubicBezTo>
                <a:cubicBezTo>
                  <a:pt x="55" y="291"/>
                  <a:pt x="62" y="295"/>
                  <a:pt x="66" y="299"/>
                </a:cubicBezTo>
                <a:cubicBezTo>
                  <a:pt x="70" y="303"/>
                  <a:pt x="71" y="311"/>
                  <a:pt x="76" y="315"/>
                </a:cubicBezTo>
                <a:cubicBezTo>
                  <a:pt x="81" y="319"/>
                  <a:pt x="84" y="320"/>
                  <a:pt x="86" y="323"/>
                </a:cubicBezTo>
                <a:cubicBezTo>
                  <a:pt x="86" y="324"/>
                  <a:pt x="86" y="325"/>
                  <a:pt x="86" y="326"/>
                </a:cubicBezTo>
                <a:cubicBezTo>
                  <a:pt x="91" y="326"/>
                  <a:pt x="88" y="325"/>
                  <a:pt x="93" y="328"/>
                </a:cubicBezTo>
                <a:cubicBezTo>
                  <a:pt x="96" y="330"/>
                  <a:pt x="95" y="330"/>
                  <a:pt x="99" y="331"/>
                </a:cubicBezTo>
                <a:cubicBezTo>
                  <a:pt x="100" y="331"/>
                  <a:pt x="102" y="331"/>
                  <a:pt x="103" y="331"/>
                </a:cubicBezTo>
                <a:cubicBezTo>
                  <a:pt x="108" y="328"/>
                  <a:pt x="107" y="329"/>
                  <a:pt x="113" y="326"/>
                </a:cubicBezTo>
                <a:cubicBezTo>
                  <a:pt x="117" y="324"/>
                  <a:pt x="121" y="320"/>
                  <a:pt x="126" y="318"/>
                </a:cubicBezTo>
                <a:cubicBezTo>
                  <a:pt x="145" y="309"/>
                  <a:pt x="159" y="298"/>
                  <a:pt x="175" y="286"/>
                </a:cubicBezTo>
                <a:cubicBezTo>
                  <a:pt x="186" y="278"/>
                  <a:pt x="198" y="270"/>
                  <a:pt x="209" y="262"/>
                </a:cubicBezTo>
                <a:cubicBezTo>
                  <a:pt x="216" y="257"/>
                  <a:pt x="226" y="252"/>
                  <a:pt x="232" y="246"/>
                </a:cubicBezTo>
                <a:cubicBezTo>
                  <a:pt x="235" y="243"/>
                  <a:pt x="238" y="240"/>
                  <a:pt x="242" y="238"/>
                </a:cubicBezTo>
                <a:cubicBezTo>
                  <a:pt x="245" y="236"/>
                  <a:pt x="241" y="237"/>
                  <a:pt x="245" y="236"/>
                </a:cubicBezTo>
                <a:cubicBezTo>
                  <a:pt x="249" y="235"/>
                  <a:pt x="241" y="236"/>
                  <a:pt x="245" y="236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Ink 49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705100" y="3454400"/>
            <a:ext cx="3175" cy="3175"/>
          </a:xfrm>
          <a:custGeom>
            <a:avLst/>
            <a:gdLst>
              <a:gd name="T0" fmla="*/ 0 w 11"/>
              <a:gd name="T1" fmla="*/ 0 h 7"/>
              <a:gd name="T2" fmla="*/ 240435534 w 11"/>
              <a:gd name="T3" fmla="*/ 559783343 h 7"/>
              <a:gd name="T4" fmla="*/ 0 60000 65536"/>
              <a:gd name="T5" fmla="*/ 0 60000 65536"/>
              <a:gd name="T6" fmla="*/ 0 w 11"/>
              <a:gd name="T7" fmla="*/ 0 h 7"/>
              <a:gd name="T8" fmla="*/ 11 w 11"/>
              <a:gd name="T9" fmla="*/ 7 h 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" h="7" extrusionOk="0">
                <a:moveTo>
                  <a:pt x="0" y="0"/>
                </a:moveTo>
                <a:cubicBezTo>
                  <a:pt x="5" y="5"/>
                  <a:pt x="3" y="6"/>
                  <a:pt x="10" y="6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Ink 50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698750" y="3443288"/>
            <a:ext cx="49213" cy="109537"/>
          </a:xfrm>
          <a:custGeom>
            <a:avLst/>
            <a:gdLst>
              <a:gd name="T0" fmla="*/ 434339174 w 140"/>
              <a:gd name="T1" fmla="*/ 1079502783 h 308"/>
              <a:gd name="T2" fmla="*/ 825306228 w 140"/>
              <a:gd name="T3" fmla="*/ 584714908 h 308"/>
              <a:gd name="T4" fmla="*/ 999041828 w 140"/>
              <a:gd name="T5" fmla="*/ 359834380 h 308"/>
              <a:gd name="T6" fmla="*/ 825306228 w 140"/>
              <a:gd name="T7" fmla="*/ 134953496 h 308"/>
              <a:gd name="T8" fmla="*/ 694942749 w 140"/>
              <a:gd name="T9" fmla="*/ 134953496 h 308"/>
              <a:gd name="T10" fmla="*/ 1129405307 w 140"/>
              <a:gd name="T11" fmla="*/ 719668404 h 308"/>
              <a:gd name="T12" fmla="*/ 825306228 w 140"/>
              <a:gd name="T13" fmla="*/ 2147483647 h 308"/>
              <a:gd name="T14" fmla="*/ 694942749 w 140"/>
              <a:gd name="T15" fmla="*/ 2147483647 h 308"/>
              <a:gd name="T16" fmla="*/ 260603575 w 140"/>
              <a:gd name="T17" fmla="*/ 2147483647 h 308"/>
              <a:gd name="T18" fmla="*/ 130363479 w 140"/>
              <a:gd name="T19" fmla="*/ 2147483647 h 308"/>
              <a:gd name="T20" fmla="*/ 260603575 w 140"/>
              <a:gd name="T21" fmla="*/ 2147483647 h 308"/>
              <a:gd name="T22" fmla="*/ 434339174 w 140"/>
              <a:gd name="T23" fmla="*/ 2147483647 h 308"/>
              <a:gd name="T24" fmla="*/ 260603575 w 140"/>
              <a:gd name="T25" fmla="*/ 2147483647 h 308"/>
              <a:gd name="T26" fmla="*/ 1129405307 w 140"/>
              <a:gd name="T27" fmla="*/ 2147483647 h 308"/>
              <a:gd name="T28" fmla="*/ 2147483647 w 140"/>
              <a:gd name="T29" fmla="*/ 2147483647 h 308"/>
              <a:gd name="T30" fmla="*/ 2147483647 w 140"/>
              <a:gd name="T31" fmla="*/ 2147483647 h 308"/>
              <a:gd name="T32" fmla="*/ 2147483647 w 140"/>
              <a:gd name="T33" fmla="*/ 2147483647 h 30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40"/>
              <a:gd name="T52" fmla="*/ 0 h 308"/>
              <a:gd name="T53" fmla="*/ 140 w 140"/>
              <a:gd name="T54" fmla="*/ 308 h 308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40" h="308" extrusionOk="0">
                <a:moveTo>
                  <a:pt x="10" y="24"/>
                </a:moveTo>
                <a:cubicBezTo>
                  <a:pt x="17" y="18"/>
                  <a:pt x="13" y="21"/>
                  <a:pt x="19" y="13"/>
                </a:cubicBezTo>
                <a:cubicBezTo>
                  <a:pt x="20" y="11"/>
                  <a:pt x="22" y="10"/>
                  <a:pt x="23" y="8"/>
                </a:cubicBezTo>
                <a:cubicBezTo>
                  <a:pt x="13" y="3"/>
                  <a:pt x="21" y="6"/>
                  <a:pt x="19" y="3"/>
                </a:cubicBezTo>
                <a:cubicBezTo>
                  <a:pt x="16" y="-1"/>
                  <a:pt x="20" y="6"/>
                  <a:pt x="16" y="3"/>
                </a:cubicBezTo>
                <a:cubicBezTo>
                  <a:pt x="24" y="7"/>
                  <a:pt x="24" y="6"/>
                  <a:pt x="26" y="16"/>
                </a:cubicBezTo>
                <a:cubicBezTo>
                  <a:pt x="29" y="31"/>
                  <a:pt x="22" y="47"/>
                  <a:pt x="19" y="61"/>
                </a:cubicBezTo>
                <a:cubicBezTo>
                  <a:pt x="15" y="81"/>
                  <a:pt x="18" y="99"/>
                  <a:pt x="16" y="119"/>
                </a:cubicBezTo>
                <a:cubicBezTo>
                  <a:pt x="15" y="134"/>
                  <a:pt x="5" y="155"/>
                  <a:pt x="6" y="169"/>
                </a:cubicBezTo>
                <a:cubicBezTo>
                  <a:pt x="7" y="187"/>
                  <a:pt x="6" y="189"/>
                  <a:pt x="3" y="206"/>
                </a:cubicBezTo>
                <a:cubicBezTo>
                  <a:pt x="1" y="222"/>
                  <a:pt x="10" y="248"/>
                  <a:pt x="6" y="262"/>
                </a:cubicBezTo>
                <a:cubicBezTo>
                  <a:pt x="2" y="277"/>
                  <a:pt x="3" y="276"/>
                  <a:pt x="10" y="291"/>
                </a:cubicBezTo>
                <a:cubicBezTo>
                  <a:pt x="6" y="296"/>
                  <a:pt x="0" y="295"/>
                  <a:pt x="6" y="302"/>
                </a:cubicBezTo>
                <a:cubicBezTo>
                  <a:pt x="11" y="309"/>
                  <a:pt x="18" y="305"/>
                  <a:pt x="26" y="304"/>
                </a:cubicBezTo>
                <a:cubicBezTo>
                  <a:pt x="50" y="300"/>
                  <a:pt x="68" y="289"/>
                  <a:pt x="92" y="283"/>
                </a:cubicBezTo>
                <a:cubicBezTo>
                  <a:pt x="103" y="280"/>
                  <a:pt x="127" y="276"/>
                  <a:pt x="135" y="267"/>
                </a:cubicBezTo>
                <a:cubicBezTo>
                  <a:pt x="139" y="263"/>
                  <a:pt x="137" y="260"/>
                  <a:pt x="132" y="257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Ink 51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684463" y="3409950"/>
            <a:ext cx="15875" cy="23813"/>
          </a:xfrm>
          <a:custGeom>
            <a:avLst/>
            <a:gdLst>
              <a:gd name="T0" fmla="*/ 986773738 w 41"/>
              <a:gd name="T1" fmla="*/ 583607227 h 67"/>
              <a:gd name="T2" fmla="*/ 232226082 w 41"/>
              <a:gd name="T3" fmla="*/ 359133094 h 67"/>
              <a:gd name="T4" fmla="*/ 232226082 w 41"/>
              <a:gd name="T5" fmla="*/ 0 h 67"/>
              <a:gd name="T6" fmla="*/ 406283454 w 41"/>
              <a:gd name="T7" fmla="*/ 493918583 h 67"/>
              <a:gd name="T8" fmla="*/ 406283454 w 41"/>
              <a:gd name="T9" fmla="*/ 1661133037 h 67"/>
              <a:gd name="T10" fmla="*/ 406283454 w 41"/>
              <a:gd name="T11" fmla="*/ 2147483647 h 67"/>
              <a:gd name="T12" fmla="*/ 1567264409 w 41"/>
              <a:gd name="T13" fmla="*/ 2147483647 h 67"/>
              <a:gd name="T14" fmla="*/ 2147483647 w 41"/>
              <a:gd name="T15" fmla="*/ 2147483647 h 6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1"/>
              <a:gd name="T25" fmla="*/ 0 h 67"/>
              <a:gd name="T26" fmla="*/ 41 w 41"/>
              <a:gd name="T27" fmla="*/ 67 h 6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1" h="67" extrusionOk="0">
                <a:moveTo>
                  <a:pt x="17" y="13"/>
                </a:moveTo>
                <a:cubicBezTo>
                  <a:pt x="13" y="8"/>
                  <a:pt x="10" y="9"/>
                  <a:pt x="4" y="8"/>
                </a:cubicBezTo>
                <a:cubicBezTo>
                  <a:pt x="5" y="3"/>
                  <a:pt x="10" y="2"/>
                  <a:pt x="4" y="0"/>
                </a:cubicBezTo>
                <a:cubicBezTo>
                  <a:pt x="-6" y="4"/>
                  <a:pt x="4" y="5"/>
                  <a:pt x="7" y="11"/>
                </a:cubicBezTo>
                <a:cubicBezTo>
                  <a:pt x="12" y="23"/>
                  <a:pt x="8" y="26"/>
                  <a:pt x="7" y="37"/>
                </a:cubicBezTo>
                <a:cubicBezTo>
                  <a:pt x="7" y="42"/>
                  <a:pt x="7" y="48"/>
                  <a:pt x="7" y="53"/>
                </a:cubicBezTo>
                <a:cubicBezTo>
                  <a:pt x="18" y="54"/>
                  <a:pt x="17" y="61"/>
                  <a:pt x="27" y="64"/>
                </a:cubicBezTo>
                <a:cubicBezTo>
                  <a:pt x="31" y="65"/>
                  <a:pt x="36" y="65"/>
                  <a:pt x="40" y="66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Ink 52"/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2770188" y="3543300"/>
            <a:ext cx="80962" cy="52388"/>
          </a:xfrm>
          <a:custGeom>
            <a:avLst/>
            <a:gdLst>
              <a:gd name="T0" fmla="*/ 183904108 w 226"/>
              <a:gd name="T1" fmla="*/ 1043111180 h 149"/>
              <a:gd name="T2" fmla="*/ 321864431 w 226"/>
              <a:gd name="T3" fmla="*/ 1043111180 h 149"/>
              <a:gd name="T4" fmla="*/ 321864431 w 226"/>
              <a:gd name="T5" fmla="*/ 1043111180 h 149"/>
              <a:gd name="T6" fmla="*/ 643600612 w 226"/>
              <a:gd name="T7" fmla="*/ 695489727 h 149"/>
              <a:gd name="T8" fmla="*/ 2147483647 w 226"/>
              <a:gd name="T9" fmla="*/ 217325113 h 149"/>
              <a:gd name="T10" fmla="*/ 2147483647 w 226"/>
              <a:gd name="T11" fmla="*/ 217325113 h 149"/>
              <a:gd name="T12" fmla="*/ 2147483647 w 226"/>
              <a:gd name="T13" fmla="*/ 695489727 h 149"/>
              <a:gd name="T14" fmla="*/ 2147483647 w 226"/>
              <a:gd name="T15" fmla="*/ 2147483647 h 149"/>
              <a:gd name="T16" fmla="*/ 2147483647 w 226"/>
              <a:gd name="T17" fmla="*/ 2147483647 h 149"/>
              <a:gd name="T18" fmla="*/ 919521258 w 226"/>
              <a:gd name="T19" fmla="*/ 2147483647 h 149"/>
              <a:gd name="T20" fmla="*/ 321864431 w 226"/>
              <a:gd name="T21" fmla="*/ 2147483647 h 149"/>
              <a:gd name="T22" fmla="*/ 643600612 w 226"/>
              <a:gd name="T23" fmla="*/ 2147483647 h 149"/>
              <a:gd name="T24" fmla="*/ 1976874589 w 226"/>
              <a:gd name="T25" fmla="*/ 2147483647 h 149"/>
              <a:gd name="T26" fmla="*/ 2147483647 w 226"/>
              <a:gd name="T27" fmla="*/ 2147483647 h 149"/>
              <a:gd name="T28" fmla="*/ 2147483647 w 226"/>
              <a:gd name="T29" fmla="*/ 2147483647 h 149"/>
              <a:gd name="T30" fmla="*/ 2147483647 w 226"/>
              <a:gd name="T31" fmla="*/ 2147483647 h 149"/>
              <a:gd name="T32" fmla="*/ 2147483647 w 226"/>
              <a:gd name="T33" fmla="*/ 2147483647 h 149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26"/>
              <a:gd name="T52" fmla="*/ 0 h 149"/>
              <a:gd name="T53" fmla="*/ 226 w 226"/>
              <a:gd name="T54" fmla="*/ 149 h 149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26" h="149" extrusionOk="0">
                <a:moveTo>
                  <a:pt x="4" y="24"/>
                </a:moveTo>
                <a:cubicBezTo>
                  <a:pt x="8" y="29"/>
                  <a:pt x="2" y="26"/>
                  <a:pt x="7" y="24"/>
                </a:cubicBezTo>
                <a:cubicBezTo>
                  <a:pt x="0" y="24"/>
                  <a:pt x="1" y="27"/>
                  <a:pt x="7" y="24"/>
                </a:cubicBezTo>
                <a:cubicBezTo>
                  <a:pt x="13" y="21"/>
                  <a:pt x="10" y="21"/>
                  <a:pt x="14" y="16"/>
                </a:cubicBezTo>
                <a:cubicBezTo>
                  <a:pt x="24" y="4"/>
                  <a:pt x="34" y="10"/>
                  <a:pt x="47" y="5"/>
                </a:cubicBezTo>
                <a:cubicBezTo>
                  <a:pt x="54" y="2"/>
                  <a:pt x="64" y="1"/>
                  <a:pt x="73" y="5"/>
                </a:cubicBezTo>
                <a:cubicBezTo>
                  <a:pt x="78" y="7"/>
                  <a:pt x="81" y="14"/>
                  <a:pt x="80" y="16"/>
                </a:cubicBezTo>
                <a:cubicBezTo>
                  <a:pt x="74" y="27"/>
                  <a:pt x="77" y="34"/>
                  <a:pt x="76" y="50"/>
                </a:cubicBezTo>
                <a:cubicBezTo>
                  <a:pt x="74" y="73"/>
                  <a:pt x="60" y="79"/>
                  <a:pt x="47" y="95"/>
                </a:cubicBezTo>
                <a:cubicBezTo>
                  <a:pt x="38" y="106"/>
                  <a:pt x="30" y="117"/>
                  <a:pt x="20" y="127"/>
                </a:cubicBezTo>
                <a:cubicBezTo>
                  <a:pt x="13" y="134"/>
                  <a:pt x="14" y="131"/>
                  <a:pt x="7" y="132"/>
                </a:cubicBezTo>
                <a:cubicBezTo>
                  <a:pt x="9" y="134"/>
                  <a:pt x="12" y="137"/>
                  <a:pt x="14" y="138"/>
                </a:cubicBezTo>
                <a:cubicBezTo>
                  <a:pt x="22" y="144"/>
                  <a:pt x="33" y="149"/>
                  <a:pt x="43" y="148"/>
                </a:cubicBezTo>
                <a:cubicBezTo>
                  <a:pt x="59" y="147"/>
                  <a:pt x="81" y="142"/>
                  <a:pt x="96" y="138"/>
                </a:cubicBezTo>
                <a:cubicBezTo>
                  <a:pt x="118" y="132"/>
                  <a:pt x="137" y="122"/>
                  <a:pt x="159" y="116"/>
                </a:cubicBezTo>
                <a:cubicBezTo>
                  <a:pt x="177" y="111"/>
                  <a:pt x="187" y="110"/>
                  <a:pt x="205" y="114"/>
                </a:cubicBezTo>
                <a:cubicBezTo>
                  <a:pt x="215" y="116"/>
                  <a:pt x="219" y="117"/>
                  <a:pt x="225" y="122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2971800" y="1143000"/>
            <a:ext cx="1524000" cy="3810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2743200" y="1676400"/>
            <a:ext cx="838200" cy="304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2743200" y="2971800"/>
            <a:ext cx="8382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2743200" y="4343400"/>
            <a:ext cx="8382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495800" y="2438400"/>
          <a:ext cx="3603812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431800" progId="Equation.3">
                  <p:embed/>
                </p:oleObj>
              </mc:Choice>
              <mc:Fallback>
                <p:oleObj name="Equation" r:id="rId3" imgW="914400" imgH="431800" progId="Equation.3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5800" y="2438400"/>
                        <a:ext cx="3603812" cy="170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/>
          <p:nvPr/>
        </p:nvCxnSpPr>
        <p:spPr bwMode="auto">
          <a:xfrm>
            <a:off x="1752600" y="449580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/>
          <p:nvPr/>
        </p:nvCxnSpPr>
        <p:spPr bwMode="auto">
          <a:xfrm flipH="1">
            <a:off x="1524000" y="4876800"/>
            <a:ext cx="4572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Straight Connector 76"/>
          <p:cNvCxnSpPr/>
          <p:nvPr/>
        </p:nvCxnSpPr>
        <p:spPr bwMode="auto">
          <a:xfrm flipH="1">
            <a:off x="1600200" y="4953000"/>
            <a:ext cx="3048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/>
          <p:nvPr/>
        </p:nvCxnSpPr>
        <p:spPr bwMode="auto">
          <a:xfrm flipH="1">
            <a:off x="1676400" y="5029200"/>
            <a:ext cx="1524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Oval 10"/>
          <p:cNvSpPr/>
          <p:nvPr/>
        </p:nvSpPr>
        <p:spPr bwMode="auto">
          <a:xfrm>
            <a:off x="16764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79" name="Oval 78"/>
          <p:cNvSpPr/>
          <p:nvPr/>
        </p:nvSpPr>
        <p:spPr bwMode="auto">
          <a:xfrm>
            <a:off x="2590800" y="179319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80" name="Oval 79"/>
          <p:cNvSpPr/>
          <p:nvPr/>
        </p:nvSpPr>
        <p:spPr bwMode="auto">
          <a:xfrm>
            <a:off x="25908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60497" y="4244370"/>
            <a:ext cx="388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common “voltage divider” equation, which you’ll be using over and over </a:t>
            </a:r>
            <a:r>
              <a:rPr lang="is-IS" dirty="0"/>
              <a:t>…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14F5689-6582-574A-8428-89FEB2EC4776}"/>
              </a:ext>
            </a:extLst>
          </p:cNvPr>
          <p:cNvSpPr/>
          <p:nvPr/>
        </p:nvSpPr>
        <p:spPr>
          <a:xfrm>
            <a:off x="315518" y="6096000"/>
            <a:ext cx="85129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</a:rPr>
              <a:t>Note: there’s </a:t>
            </a:r>
            <a:r>
              <a:rPr lang="en-US" sz="2000" b="1" dirty="0">
                <a:solidFill>
                  <a:srgbClr val="FF0000"/>
                </a:solidFill>
              </a:rPr>
              <a:t>a lot </a:t>
            </a:r>
            <a:r>
              <a:rPr lang="en-US" sz="2000" i="1" dirty="0">
                <a:solidFill>
                  <a:srgbClr val="FF0000"/>
                </a:solidFill>
              </a:rPr>
              <a:t>of implicit information</a:t>
            </a:r>
            <a:r>
              <a:rPr lang="en-US" sz="2000" dirty="0">
                <a:solidFill>
                  <a:srgbClr val="FF0000"/>
                </a:solidFill>
              </a:rPr>
              <a:t> in this game …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Writing (and rewriting) notes will help you identify what you don’t know, … </a:t>
            </a:r>
          </a:p>
        </p:txBody>
      </p:sp>
    </p:spTree>
    <p:extLst>
      <p:ext uri="{BB962C8B-B14F-4D97-AF65-F5344CB8AC3E}">
        <p14:creationId xmlns:p14="http://schemas.microsoft.com/office/powerpoint/2010/main" val="341040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103784</TotalTime>
  <Words>625</Words>
  <Application>Microsoft Macintosh PowerPoint</Application>
  <PresentationFormat>On-screen Show (4:3)</PresentationFormat>
  <Paragraphs>67</Paragraphs>
  <Slides>11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ＭＳ Ｐゴシック</vt:lpstr>
      <vt:lpstr>Arial</vt:lpstr>
      <vt:lpstr>Symbol</vt:lpstr>
      <vt:lpstr>Wingdings</vt:lpstr>
      <vt:lpstr>ヒラギノ角ゴ Pro W3</vt:lpstr>
      <vt:lpstr>Blank Presentation</vt:lpstr>
      <vt:lpstr>Equation</vt:lpstr>
      <vt:lpstr>Week 1 More Intro …</vt:lpstr>
      <vt:lpstr>Electronics analogy to hydrodynamics</vt:lpstr>
      <vt:lpstr>How do we describe what happens?</vt:lpstr>
      <vt:lpstr>From first principles…</vt:lpstr>
      <vt:lpstr>Consider this analogous problem</vt:lpstr>
      <vt:lpstr>What matters?</vt:lpstr>
      <vt:lpstr>What matters?</vt:lpstr>
      <vt:lpstr>The easy way …</vt:lpstr>
      <vt:lpstr>Do you really want to know the details?</vt:lpstr>
      <vt:lpstr>Algebraic Rules and Laws*</vt:lpstr>
      <vt:lpstr>Memorize this!!</vt:lpstr>
    </vt:vector>
  </TitlesOfParts>
  <Company>brian rasnow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DC Circuits</dc:title>
  <dc:creator>brian rasnow</dc:creator>
  <cp:lastModifiedBy>Rasnow, Brian K.</cp:lastModifiedBy>
  <cp:revision>81</cp:revision>
  <cp:lastPrinted>2019-08-28T21:33:21Z</cp:lastPrinted>
  <dcterms:created xsi:type="dcterms:W3CDTF">2012-01-30T17:41:13Z</dcterms:created>
  <dcterms:modified xsi:type="dcterms:W3CDTF">2024-02-12T18:23:48Z</dcterms:modified>
</cp:coreProperties>
</file>